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6" Type="http://schemas.openxmlformats.org/officeDocument/2006/relationships/viewProps" Target="viewProps.xml"/><Relationship Id="rId55" Type="http://schemas.openxmlformats.org/officeDocument/2006/relationships/tableStyles" Target="tableStyles.xml"/><Relationship Id="rId54" Type="http://schemas.openxmlformats.org/officeDocument/2006/relationships/presProps" Target="presProps.xml"/><Relationship Id="rId53" Type="http://schemas.openxmlformats.org/officeDocument/2006/relationships/slide" Target="slides/slide52.xml"/><Relationship Id="rId52" Type="http://schemas.openxmlformats.org/officeDocument/2006/relationships/slide" Target="slides/slide51.xml"/><Relationship Id="rId51" Type="http://schemas.openxmlformats.org/officeDocument/2006/relationships/slide" Target="slides/slide50.xml"/><Relationship Id="rId50" Type="http://schemas.openxmlformats.org/officeDocument/2006/relationships/slide" Target="slides/slide49.xml"/><Relationship Id="rId5" Type="http://schemas.openxmlformats.org/officeDocument/2006/relationships/slide" Target="slides/slide4.xml"/><Relationship Id="rId49" Type="http://schemas.openxmlformats.org/officeDocument/2006/relationships/slide" Target="slides/slide48.xml"/><Relationship Id="rId48" Type="http://schemas.openxmlformats.org/officeDocument/2006/relationships/slide" Target="slides/slide47.xml"/><Relationship Id="rId47" Type="http://schemas.openxmlformats.org/officeDocument/2006/relationships/slide" Target="slides/slide46.xml"/><Relationship Id="rId46" Type="http://schemas.openxmlformats.org/officeDocument/2006/relationships/slide" Target="slides/slide45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0" Type="http://schemas.openxmlformats.org/officeDocument/2006/relationships/image" Target="../media/image72.png"/><Relationship Id="rId5" Type="http://schemas.openxmlformats.org/officeDocument/2006/relationships/image" Target="../media/image27.png"/><Relationship Id="rId49" Type="http://schemas.openxmlformats.org/officeDocument/2006/relationships/image" Target="../media/image71.png"/><Relationship Id="rId48" Type="http://schemas.openxmlformats.org/officeDocument/2006/relationships/image" Target="../media/image70.png"/><Relationship Id="rId47" Type="http://schemas.openxmlformats.org/officeDocument/2006/relationships/image" Target="../media/image69.png"/><Relationship Id="rId46" Type="http://schemas.openxmlformats.org/officeDocument/2006/relationships/image" Target="../media/image68.png"/><Relationship Id="rId45" Type="http://schemas.openxmlformats.org/officeDocument/2006/relationships/image" Target="../media/image67.png"/><Relationship Id="rId44" Type="http://schemas.openxmlformats.org/officeDocument/2006/relationships/image" Target="../media/image66.png"/><Relationship Id="rId43" Type="http://schemas.openxmlformats.org/officeDocument/2006/relationships/image" Target="../media/image65.png"/><Relationship Id="rId42" Type="http://schemas.openxmlformats.org/officeDocument/2006/relationships/image" Target="../media/image64.png"/><Relationship Id="rId41" Type="http://schemas.openxmlformats.org/officeDocument/2006/relationships/image" Target="../media/image63.png"/><Relationship Id="rId40" Type="http://schemas.openxmlformats.org/officeDocument/2006/relationships/image" Target="../media/image62.png"/><Relationship Id="rId4" Type="http://schemas.openxmlformats.org/officeDocument/2006/relationships/image" Target="../media/image26.png"/><Relationship Id="rId39" Type="http://schemas.openxmlformats.org/officeDocument/2006/relationships/image" Target="../media/image61.png"/><Relationship Id="rId38" Type="http://schemas.openxmlformats.org/officeDocument/2006/relationships/image" Target="../media/image60.png"/><Relationship Id="rId37" Type="http://schemas.openxmlformats.org/officeDocument/2006/relationships/image" Target="../media/image59.png"/><Relationship Id="rId36" Type="http://schemas.openxmlformats.org/officeDocument/2006/relationships/image" Target="../media/image58.png"/><Relationship Id="rId35" Type="http://schemas.openxmlformats.org/officeDocument/2006/relationships/image" Target="../media/image57.png"/><Relationship Id="rId34" Type="http://schemas.openxmlformats.org/officeDocument/2006/relationships/image" Target="../media/image56.png"/><Relationship Id="rId33" Type="http://schemas.openxmlformats.org/officeDocument/2006/relationships/image" Target="../media/image55.png"/><Relationship Id="rId32" Type="http://schemas.openxmlformats.org/officeDocument/2006/relationships/image" Target="../media/image54.png"/><Relationship Id="rId31" Type="http://schemas.openxmlformats.org/officeDocument/2006/relationships/image" Target="../media/image53.png"/><Relationship Id="rId30" Type="http://schemas.openxmlformats.org/officeDocument/2006/relationships/image" Target="../media/image52.png"/><Relationship Id="rId3" Type="http://schemas.openxmlformats.org/officeDocument/2006/relationships/image" Target="../media/image25.png"/><Relationship Id="rId29" Type="http://schemas.openxmlformats.org/officeDocument/2006/relationships/image" Target="../media/image51.png"/><Relationship Id="rId28" Type="http://schemas.openxmlformats.org/officeDocument/2006/relationships/image" Target="../media/image50.png"/><Relationship Id="rId27" Type="http://schemas.openxmlformats.org/officeDocument/2006/relationships/image" Target="../media/image49.png"/><Relationship Id="rId26" Type="http://schemas.openxmlformats.org/officeDocument/2006/relationships/image" Target="../media/image48.png"/><Relationship Id="rId25" Type="http://schemas.openxmlformats.org/officeDocument/2006/relationships/image" Target="../media/image47.png"/><Relationship Id="rId24" Type="http://schemas.openxmlformats.org/officeDocument/2006/relationships/image" Target="../media/image46.png"/><Relationship Id="rId23" Type="http://schemas.openxmlformats.org/officeDocument/2006/relationships/image" Target="../media/image45.png"/><Relationship Id="rId22" Type="http://schemas.openxmlformats.org/officeDocument/2006/relationships/image" Target="../media/image44.png"/><Relationship Id="rId21" Type="http://schemas.openxmlformats.org/officeDocument/2006/relationships/image" Target="../media/image43.png"/><Relationship Id="rId20" Type="http://schemas.openxmlformats.org/officeDocument/2006/relationships/image" Target="../media/image42.png"/><Relationship Id="rId2" Type="http://schemas.openxmlformats.org/officeDocument/2006/relationships/image" Target="../media/image5.png"/><Relationship Id="rId19" Type="http://schemas.openxmlformats.org/officeDocument/2006/relationships/image" Target="../media/image41.png"/><Relationship Id="rId18" Type="http://schemas.openxmlformats.org/officeDocument/2006/relationships/image" Target="../media/image40.png"/><Relationship Id="rId17" Type="http://schemas.openxmlformats.org/officeDocument/2006/relationships/image" Target="../media/image39.png"/><Relationship Id="rId16" Type="http://schemas.openxmlformats.org/officeDocument/2006/relationships/image" Target="../media/image38.png"/><Relationship Id="rId15" Type="http://schemas.openxmlformats.org/officeDocument/2006/relationships/image" Target="../media/image37.png"/><Relationship Id="rId14" Type="http://schemas.openxmlformats.org/officeDocument/2006/relationships/image" Target="../media/image36.pn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jpeg"/><Relationship Id="rId4" Type="http://schemas.openxmlformats.org/officeDocument/2006/relationships/image" Target="../media/image75.png"/><Relationship Id="rId3" Type="http://schemas.openxmlformats.org/officeDocument/2006/relationships/image" Target="../media/image7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jpeg"/><Relationship Id="rId8" Type="http://schemas.openxmlformats.org/officeDocument/2006/relationships/image" Target="../media/image86.jpe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7" Type="http://schemas.openxmlformats.org/officeDocument/2006/relationships/image" Target="../media/image93.jpe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99.png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20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png"/><Relationship Id="rId8" Type="http://schemas.openxmlformats.org/officeDocument/2006/relationships/image" Target="../media/image105.jpeg"/><Relationship Id="rId7" Type="http://schemas.openxmlformats.org/officeDocument/2006/relationships/image" Target="../media/image104.png"/><Relationship Id="rId6" Type="http://schemas.openxmlformats.org/officeDocument/2006/relationships/image" Target="../media/image103.png"/><Relationship Id="rId5" Type="http://schemas.openxmlformats.org/officeDocument/2006/relationships/image" Target="../media/image102.jpeg"/><Relationship Id="rId4" Type="http://schemas.openxmlformats.org/officeDocument/2006/relationships/image" Target="../media/image101.png"/><Relationship Id="rId3" Type="http://schemas.openxmlformats.org/officeDocument/2006/relationships/image" Target="../media/image10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jpe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jpe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7" Type="http://schemas.openxmlformats.org/officeDocument/2006/relationships/image" Target="../media/image119.png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7" Type="http://schemas.openxmlformats.org/officeDocument/2006/relationships/image" Target="../media/image126.jpeg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Relationship Id="rId3" Type="http://schemas.openxmlformats.org/officeDocument/2006/relationships/image" Target="../media/image122.jpe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7" Type="http://schemas.openxmlformats.org/officeDocument/2006/relationships/image" Target="../media/image133.png"/><Relationship Id="rId6" Type="http://schemas.openxmlformats.org/officeDocument/2006/relationships/image" Target="../media/image132.jpe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Relationship Id="rId3" Type="http://schemas.openxmlformats.org/officeDocument/2006/relationships/image" Target="../media/image1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0.png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jpeg"/><Relationship Id="rId7" Type="http://schemas.openxmlformats.org/officeDocument/2006/relationships/image" Target="../media/image156.png"/><Relationship Id="rId6" Type="http://schemas.openxmlformats.org/officeDocument/2006/relationships/image" Target="../media/image155.jpeg"/><Relationship Id="rId5" Type="http://schemas.openxmlformats.org/officeDocument/2006/relationships/image" Target="../media/image154.png"/><Relationship Id="rId4" Type="http://schemas.openxmlformats.org/officeDocument/2006/relationships/image" Target="../media/image153.png"/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jpeg"/><Relationship Id="rId5" Type="http://schemas.openxmlformats.org/officeDocument/2006/relationships/image" Target="../media/image161.jpeg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7" Type="http://schemas.openxmlformats.org/officeDocument/2006/relationships/image" Target="../media/image170.jpeg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Relationship Id="rId3" Type="http://schemas.openxmlformats.org/officeDocument/2006/relationships/image" Target="../media/image166.png"/><Relationship Id="rId2" Type="http://schemas.openxmlformats.org/officeDocument/2006/relationships/image" Target="../media/image16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9.jpeg"/><Relationship Id="rId3" Type="http://schemas.openxmlformats.org/officeDocument/2006/relationships/image" Target="../media/image17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e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4.png"/><Relationship Id="rId3" Type="http://schemas.openxmlformats.org/officeDocument/2006/relationships/image" Target="../media/image18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7" Type="http://schemas.openxmlformats.org/officeDocument/2006/relationships/image" Target="../media/image190.png"/><Relationship Id="rId6" Type="http://schemas.openxmlformats.org/officeDocument/2006/relationships/image" Target="../media/image189.jpe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jpe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7" Type="http://schemas.openxmlformats.org/officeDocument/2006/relationships/image" Target="../media/image197.png"/><Relationship Id="rId6" Type="http://schemas.openxmlformats.org/officeDocument/2006/relationships/image" Target="../media/image196.jpeg"/><Relationship Id="rId5" Type="http://schemas.openxmlformats.org/officeDocument/2006/relationships/image" Target="../media/image195.png"/><Relationship Id="rId4" Type="http://schemas.openxmlformats.org/officeDocument/2006/relationships/image" Target="../media/image194.png"/><Relationship Id="rId3" Type="http://schemas.openxmlformats.org/officeDocument/2006/relationships/image" Target="../media/image193.png"/><Relationship Id="rId2" Type="http://schemas.openxmlformats.org/officeDocument/2006/relationships/image" Target="../media/image19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image" Target="../media/image203.png"/><Relationship Id="rId5" Type="http://schemas.openxmlformats.org/officeDocument/2006/relationships/image" Target="../media/image202.png"/><Relationship Id="rId4" Type="http://schemas.openxmlformats.org/officeDocument/2006/relationships/image" Target="../media/image201.png"/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7" Type="http://schemas.openxmlformats.org/officeDocument/2006/relationships/image" Target="../media/image211.png"/><Relationship Id="rId6" Type="http://schemas.openxmlformats.org/officeDocument/2006/relationships/image" Target="../media/image210.jpeg"/><Relationship Id="rId5" Type="http://schemas.openxmlformats.org/officeDocument/2006/relationships/image" Target="../media/image209.png"/><Relationship Id="rId4" Type="http://schemas.openxmlformats.org/officeDocument/2006/relationships/image" Target="../media/image208.png"/><Relationship Id="rId3" Type="http://schemas.openxmlformats.org/officeDocument/2006/relationships/image" Target="../media/image207.jpe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7" Type="http://schemas.openxmlformats.org/officeDocument/2006/relationships/image" Target="../media/image218.png"/><Relationship Id="rId6" Type="http://schemas.openxmlformats.org/officeDocument/2006/relationships/image" Target="../media/image217.png"/><Relationship Id="rId5" Type="http://schemas.openxmlformats.org/officeDocument/2006/relationships/image" Target="../media/image216.jpeg"/><Relationship Id="rId4" Type="http://schemas.openxmlformats.org/officeDocument/2006/relationships/image" Target="../media/image215.jpeg"/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7" Type="http://schemas.openxmlformats.org/officeDocument/2006/relationships/image" Target="../media/image225.png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4" Type="http://schemas.openxmlformats.org/officeDocument/2006/relationships/image" Target="../media/image222.jpeg"/><Relationship Id="rId3" Type="http://schemas.openxmlformats.org/officeDocument/2006/relationships/image" Target="../media/image221.jpe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7" Type="http://schemas.openxmlformats.org/officeDocument/2006/relationships/image" Target="../media/image232.png"/><Relationship Id="rId6" Type="http://schemas.openxmlformats.org/officeDocument/2006/relationships/image" Target="../media/image231.jpeg"/><Relationship Id="rId5" Type="http://schemas.openxmlformats.org/officeDocument/2006/relationships/image" Target="../media/image230.png"/><Relationship Id="rId4" Type="http://schemas.openxmlformats.org/officeDocument/2006/relationships/image" Target="../media/image229.png"/><Relationship Id="rId3" Type="http://schemas.openxmlformats.org/officeDocument/2006/relationships/image" Target="../media/image228.png"/><Relationship Id="rId2" Type="http://schemas.openxmlformats.org/officeDocument/2006/relationships/image" Target="../media/image22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0.png"/><Relationship Id="rId8" Type="http://schemas.openxmlformats.org/officeDocument/2006/relationships/image" Target="../media/image239.png"/><Relationship Id="rId7" Type="http://schemas.openxmlformats.org/officeDocument/2006/relationships/image" Target="../media/image238.jpeg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235.png"/><Relationship Id="rId3" Type="http://schemas.openxmlformats.org/officeDocument/2006/relationships/image" Target="../media/image23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7" Type="http://schemas.openxmlformats.org/officeDocument/2006/relationships/image" Target="../media/image246.png"/><Relationship Id="rId6" Type="http://schemas.openxmlformats.org/officeDocument/2006/relationships/image" Target="../media/image245.jpeg"/><Relationship Id="rId5" Type="http://schemas.openxmlformats.org/officeDocument/2006/relationships/image" Target="../media/image244.png"/><Relationship Id="rId4" Type="http://schemas.openxmlformats.org/officeDocument/2006/relationships/image" Target="../media/image243.png"/><Relationship Id="rId3" Type="http://schemas.openxmlformats.org/officeDocument/2006/relationships/image" Target="../media/image242.jpe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0.png"/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7" Type="http://schemas.openxmlformats.org/officeDocument/2006/relationships/image" Target="../media/image258.jpeg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Relationship Id="rId3" Type="http://schemas.openxmlformats.org/officeDocument/2006/relationships/image" Target="../media/image254.png"/><Relationship Id="rId2" Type="http://schemas.openxmlformats.org/officeDocument/2006/relationships/image" Target="../media/image25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7" Type="http://schemas.openxmlformats.org/officeDocument/2006/relationships/image" Target="../media/image265.png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262.png"/><Relationship Id="rId3" Type="http://schemas.openxmlformats.org/officeDocument/2006/relationships/image" Target="../media/image261.png"/><Relationship Id="rId2" Type="http://schemas.openxmlformats.org/officeDocument/2006/relationships/image" Target="../media/image260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7" Type="http://schemas.openxmlformats.org/officeDocument/2006/relationships/image" Target="../media/image272.jpeg"/><Relationship Id="rId6" Type="http://schemas.openxmlformats.org/officeDocument/2006/relationships/image" Target="../media/image271.png"/><Relationship Id="rId5" Type="http://schemas.openxmlformats.org/officeDocument/2006/relationships/image" Target="../media/image270.png"/><Relationship Id="rId4" Type="http://schemas.openxmlformats.org/officeDocument/2006/relationships/image" Target="../media/image269.jpeg"/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7" Type="http://schemas.openxmlformats.org/officeDocument/2006/relationships/image" Target="../media/image279.png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jpeg"/><Relationship Id="rId3" Type="http://schemas.openxmlformats.org/officeDocument/2006/relationships/image" Target="../media/image275.png"/><Relationship Id="rId2" Type="http://schemas.openxmlformats.org/officeDocument/2006/relationships/image" Target="../media/image274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7" Type="http://schemas.openxmlformats.org/officeDocument/2006/relationships/image" Target="../media/image286.png"/><Relationship Id="rId6" Type="http://schemas.openxmlformats.org/officeDocument/2006/relationships/image" Target="../media/image285.png"/><Relationship Id="rId5" Type="http://schemas.openxmlformats.org/officeDocument/2006/relationships/image" Target="../media/image284.jpeg"/><Relationship Id="rId4" Type="http://schemas.openxmlformats.org/officeDocument/2006/relationships/image" Target="../media/image283.jpeg"/><Relationship Id="rId3" Type="http://schemas.openxmlformats.org/officeDocument/2006/relationships/image" Target="../media/image282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7" Type="http://schemas.openxmlformats.org/officeDocument/2006/relationships/image" Target="../media/image293.png"/><Relationship Id="rId6" Type="http://schemas.openxmlformats.org/officeDocument/2006/relationships/image" Target="../media/image292.png"/><Relationship Id="rId5" Type="http://schemas.openxmlformats.org/officeDocument/2006/relationships/image" Target="../media/image291.jpeg"/><Relationship Id="rId4" Type="http://schemas.openxmlformats.org/officeDocument/2006/relationships/image" Target="../media/image290.png"/><Relationship Id="rId3" Type="http://schemas.openxmlformats.org/officeDocument/2006/relationships/image" Target="../media/image289.jpeg"/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2.jpeg"/><Relationship Id="rId8" Type="http://schemas.openxmlformats.org/officeDocument/2006/relationships/image" Target="../media/image301.png"/><Relationship Id="rId7" Type="http://schemas.openxmlformats.org/officeDocument/2006/relationships/image" Target="../media/image300.png"/><Relationship Id="rId6" Type="http://schemas.openxmlformats.org/officeDocument/2006/relationships/image" Target="../media/image299.png"/><Relationship Id="rId5" Type="http://schemas.openxmlformats.org/officeDocument/2006/relationships/image" Target="../media/image298.jpeg"/><Relationship Id="rId4" Type="http://schemas.openxmlformats.org/officeDocument/2006/relationships/image" Target="../media/image297.png"/><Relationship Id="rId3" Type="http://schemas.openxmlformats.org/officeDocument/2006/relationships/image" Target="../media/image296.jpeg"/><Relationship Id="rId2" Type="http://schemas.openxmlformats.org/officeDocument/2006/relationships/image" Target="../media/image295.png"/><Relationship Id="rId15" Type="http://schemas.openxmlformats.org/officeDocument/2006/relationships/image" Target="../media/image308.png"/><Relationship Id="rId14" Type="http://schemas.openxmlformats.org/officeDocument/2006/relationships/image" Target="../media/image307.png"/><Relationship Id="rId13" Type="http://schemas.openxmlformats.org/officeDocument/2006/relationships/image" Target="../media/image306.png"/><Relationship Id="rId12" Type="http://schemas.openxmlformats.org/officeDocument/2006/relationships/image" Target="../media/image305.jpeg"/><Relationship Id="rId11" Type="http://schemas.openxmlformats.org/officeDocument/2006/relationships/image" Target="../media/image304.png"/><Relationship Id="rId10" Type="http://schemas.openxmlformats.org/officeDocument/2006/relationships/image" Target="../media/image30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7" Type="http://schemas.openxmlformats.org/officeDocument/2006/relationships/image" Target="../media/image314.png"/><Relationship Id="rId6" Type="http://schemas.openxmlformats.org/officeDocument/2006/relationships/image" Target="../media/image313.jpeg"/><Relationship Id="rId5" Type="http://schemas.openxmlformats.org/officeDocument/2006/relationships/image" Target="../media/image312.png"/><Relationship Id="rId4" Type="http://schemas.openxmlformats.org/officeDocument/2006/relationships/image" Target="../media/image311.png"/><Relationship Id="rId3" Type="http://schemas.openxmlformats.org/officeDocument/2006/relationships/image" Target="../media/image310.png"/><Relationship Id="rId2" Type="http://schemas.openxmlformats.org/officeDocument/2006/relationships/image" Target="../media/image309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png"/><Relationship Id="rId7" Type="http://schemas.openxmlformats.org/officeDocument/2006/relationships/image" Target="../media/image321.png"/><Relationship Id="rId6" Type="http://schemas.openxmlformats.org/officeDocument/2006/relationships/image" Target="../media/image320.jpeg"/><Relationship Id="rId5" Type="http://schemas.openxmlformats.org/officeDocument/2006/relationships/image" Target="../media/image319.png"/><Relationship Id="rId4" Type="http://schemas.openxmlformats.org/officeDocument/2006/relationships/image" Target="../media/image318.png"/><Relationship Id="rId3" Type="http://schemas.openxmlformats.org/officeDocument/2006/relationships/image" Target="../media/image317.jpe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ath 6"/>
          <p:cNvSpPr/>
          <p:nvPr/>
        </p:nvSpPr>
        <p:spPr>
          <a:xfrm>
            <a:off x="7850123" y="1026795"/>
            <a:ext cx="3332860" cy="3332479"/>
          </a:xfrm>
          <a:custGeom>
            <a:avLst/>
            <a:gdLst/>
            <a:ahLst/>
            <a:cxnLst/>
            <a:rect l="0" t="0" r="0" b="0"/>
            <a:pathLst>
              <a:path w="5248" h="5247">
                <a:moveTo>
                  <a:pt x="0" y="2623"/>
                </a:moveTo>
                <a:cubicBezTo>
                  <a:pt x="0" y="1174"/>
                  <a:pt x="1175" y="0"/>
                  <a:pt x="2624" y="0"/>
                </a:cubicBezTo>
                <a:cubicBezTo>
                  <a:pt x="4073" y="0"/>
                  <a:pt x="5248" y="1174"/>
                  <a:pt x="5248" y="2623"/>
                </a:cubicBezTo>
                <a:cubicBezTo>
                  <a:pt x="5248" y="4073"/>
                  <a:pt x="4073" y="5247"/>
                  <a:pt x="2624" y="5247"/>
                </a:cubicBezTo>
                <a:cubicBezTo>
                  <a:pt x="1175" y="5247"/>
                  <a:pt x="0" y="4073"/>
                  <a:pt x="0" y="2623"/>
                </a:cubicBezTo>
              </a:path>
            </a:pathLst>
          </a:cu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645191" y="1125153"/>
            <a:ext cx="11559540" cy="5738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0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Contact</a:t>
            </a:r>
            <a:r>
              <a:rPr sz="2100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ANTIX to create your solution      </a:t>
            </a:r>
            <a:r>
              <a:rPr sz="2100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28847" y="1137853"/>
            <a:ext cx="5014645" cy="5712527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50125" y="539958"/>
            <a:ext cx="10856594" cy="1331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4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1309" algn="l" rtl="0" eaLnBrk="0">
              <a:lnSpc>
                <a:spcPct val="70000"/>
              </a:lnSpc>
              <a:tabLst>
                <a:tab pos="10475594" algn="l"/>
              </a:tabLst>
            </a:pPr>
            <a:r>
              <a:rPr sz="4400" kern="0" spc="-10" dirty="0">
                <a:solidFill>
                  <a:srgbClr val="D9D9D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ANTIX</a:t>
            </a:r>
            <a:r>
              <a:rPr sz="4400" strike="sngStrike" kern="0" spc="0" dirty="0">
                <a:solidFill>
                  <a:srgbClr val="D9D9D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4400" kern="0" spc="-10" dirty="0">
                <a:solidFill>
                  <a:srgbClr val="D9D9D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4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540"/>
              </a:lnSpc>
              <a:spcBef>
                <a:spcPts val="3"/>
              </a:spcBef>
              <a:tabLst/>
            </a:pPr>
            <a:r>
              <a:rPr sz="6100" kern="0" spc="20" dirty="0">
                <a:solidFill>
                  <a:srgbClr val="4A6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shenzhenA</a:t>
            </a:r>
            <a:r>
              <a:rPr sz="6100" kern="0" spc="10" dirty="0">
                <a:solidFill>
                  <a:srgbClr val="4A6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NTIX</a:t>
            </a:r>
            <a:endParaRPr sz="6100" dirty="0">
              <a:latin typeface="Arial"/>
              <a:ea typeface="Arial"/>
              <a:cs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237972" y="575527"/>
            <a:ext cx="253834" cy="203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5966460"/>
            <a:ext cx="12192000" cy="891539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35515" y="3167609"/>
            <a:ext cx="4459604" cy="1591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ts val="2732"/>
              </a:lnSpc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Precision so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lutions for all displays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2732"/>
              </a:lnSpc>
              <a:spcBef>
                <a:spcPts val="603"/>
              </a:spcBef>
              <a:tabLst/>
            </a:pP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OUTDOOR</a:t>
            </a:r>
            <a:r>
              <a:rPr sz="20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20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</a:t>
            </a:r>
            <a:r>
              <a:rPr sz="20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|</a:t>
            </a:r>
            <a:r>
              <a:rPr sz="20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FLEXIBLE</a:t>
            </a:r>
            <a:endParaRPr sz="2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732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 tailor mod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ules to your</a:t>
            </a:r>
            <a:r>
              <a:rPr sz="20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 specs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643242" y="2092096"/>
            <a:ext cx="6781800" cy="7569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5700" kern="0" spc="250" dirty="0">
                <a:solidFill>
                  <a:srgbClr val="547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Technology</a:t>
            </a:r>
            <a:r>
              <a:rPr sz="5700" kern="0" spc="-440" dirty="0">
                <a:solidFill>
                  <a:srgbClr val="547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700" kern="0" spc="250" dirty="0">
                <a:solidFill>
                  <a:srgbClr val="547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co.,</a:t>
            </a:r>
            <a:r>
              <a:rPr sz="5700" kern="0" spc="-440" dirty="0">
                <a:solidFill>
                  <a:srgbClr val="547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700" kern="0" spc="250" dirty="0">
                <a:solidFill>
                  <a:srgbClr val="547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Lt</a:t>
            </a:r>
            <a:r>
              <a:rPr sz="5700" kern="0" spc="240" dirty="0">
                <a:solidFill>
                  <a:srgbClr val="547F07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5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path 26"/>
          <p:cNvSpPr/>
          <p:nvPr/>
        </p:nvSpPr>
        <p:spPr>
          <a:xfrm>
            <a:off x="303275" y="3049523"/>
            <a:ext cx="3686835" cy="528828"/>
          </a:xfrm>
          <a:custGeom>
            <a:avLst/>
            <a:gdLst/>
            <a:ahLst/>
            <a:cxnLst/>
            <a:rect l="0" t="0" r="0" b="0"/>
            <a:pathLst>
              <a:path w="5806" h="832">
                <a:moveTo>
                  <a:pt x="0" y="0"/>
                </a:moveTo>
                <a:moveTo>
                  <a:pt x="0" y="0"/>
                </a:moveTo>
                <a:lnTo>
                  <a:pt x="2642" y="0"/>
                </a:lnTo>
                <a:cubicBezTo>
                  <a:pt x="2749" y="0"/>
                  <a:pt x="2836" y="86"/>
                  <a:pt x="2836" y="194"/>
                </a:cubicBezTo>
                <a:lnTo>
                  <a:pt x="2836" y="830"/>
                </a:lnTo>
                <a:lnTo>
                  <a:pt x="0" y="830"/>
                </a:lnTo>
                <a:lnTo>
                  <a:pt x="0" y="0"/>
                </a:lnTo>
              </a:path>
              <a:path w="5806" h="832">
                <a:moveTo>
                  <a:pt x="2968" y="0"/>
                </a:moveTo>
                <a:moveTo>
                  <a:pt x="2968" y="0"/>
                </a:moveTo>
                <a:lnTo>
                  <a:pt x="5611" y="0"/>
                </a:lnTo>
                <a:cubicBezTo>
                  <a:pt x="5719" y="0"/>
                  <a:pt x="5806" y="87"/>
                  <a:pt x="5805" y="194"/>
                </a:cubicBezTo>
                <a:lnTo>
                  <a:pt x="5805" y="832"/>
                </a:lnTo>
                <a:lnTo>
                  <a:pt x="2968" y="832"/>
                </a:lnTo>
                <a:lnTo>
                  <a:pt x="2968" y="0"/>
                </a:lnTo>
              </a:path>
            </a:pathLst>
          </a:cu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path 28"/>
          <p:cNvSpPr/>
          <p:nvPr/>
        </p:nvSpPr>
        <p:spPr>
          <a:xfrm>
            <a:off x="4075175" y="3048000"/>
            <a:ext cx="7345680" cy="530352"/>
          </a:xfrm>
          <a:custGeom>
            <a:avLst/>
            <a:gdLst/>
            <a:ahLst/>
            <a:cxnLst/>
            <a:rect l="0" t="0" r="0" b="0"/>
            <a:pathLst>
              <a:path w="11568" h="835">
                <a:moveTo>
                  <a:pt x="0" y="2"/>
                </a:moveTo>
                <a:moveTo>
                  <a:pt x="0" y="2"/>
                </a:moveTo>
                <a:lnTo>
                  <a:pt x="2642" y="2"/>
                </a:lnTo>
                <a:cubicBezTo>
                  <a:pt x="2749" y="3"/>
                  <a:pt x="2835" y="89"/>
                  <a:pt x="2836" y="196"/>
                </a:cubicBezTo>
                <a:lnTo>
                  <a:pt x="2836" y="835"/>
                </a:lnTo>
                <a:lnTo>
                  <a:pt x="0" y="835"/>
                </a:lnTo>
                <a:lnTo>
                  <a:pt x="0" y="2"/>
                </a:lnTo>
              </a:path>
              <a:path w="11568" h="835">
                <a:moveTo>
                  <a:pt x="2968" y="2"/>
                </a:moveTo>
                <a:moveTo>
                  <a:pt x="2968" y="2"/>
                </a:moveTo>
                <a:lnTo>
                  <a:pt x="5611" y="2"/>
                </a:lnTo>
                <a:cubicBezTo>
                  <a:pt x="5718" y="2"/>
                  <a:pt x="5805" y="89"/>
                  <a:pt x="5805" y="196"/>
                </a:cubicBezTo>
                <a:lnTo>
                  <a:pt x="5805" y="832"/>
                </a:lnTo>
                <a:lnTo>
                  <a:pt x="2968" y="832"/>
                </a:lnTo>
                <a:lnTo>
                  <a:pt x="2968" y="2"/>
                </a:lnTo>
              </a:path>
              <a:path w="11568" h="835">
                <a:moveTo>
                  <a:pt x="5995" y="2"/>
                </a:moveTo>
                <a:moveTo>
                  <a:pt x="5995" y="2"/>
                </a:moveTo>
                <a:lnTo>
                  <a:pt x="8486" y="2"/>
                </a:lnTo>
                <a:cubicBezTo>
                  <a:pt x="8592" y="3"/>
                  <a:pt x="8679" y="89"/>
                  <a:pt x="8678" y="196"/>
                </a:cubicBezTo>
                <a:lnTo>
                  <a:pt x="8678" y="835"/>
                </a:lnTo>
                <a:lnTo>
                  <a:pt x="5995" y="835"/>
                </a:lnTo>
                <a:lnTo>
                  <a:pt x="5995" y="2"/>
                </a:lnTo>
              </a:path>
              <a:path w="11568" h="835">
                <a:moveTo>
                  <a:pt x="8860" y="0"/>
                </a:moveTo>
                <a:moveTo>
                  <a:pt x="8860" y="0"/>
                </a:moveTo>
                <a:lnTo>
                  <a:pt x="11373" y="0"/>
                </a:lnTo>
                <a:cubicBezTo>
                  <a:pt x="11480" y="0"/>
                  <a:pt x="11567" y="87"/>
                  <a:pt x="11568" y="194"/>
                </a:cubicBezTo>
                <a:lnTo>
                  <a:pt x="11568" y="835"/>
                </a:lnTo>
                <a:lnTo>
                  <a:pt x="8860" y="835"/>
                </a:lnTo>
                <a:lnTo>
                  <a:pt x="8860" y="0"/>
                </a:lnTo>
              </a:path>
            </a:pathLst>
          </a:cu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296684" y="3048000"/>
          <a:ext cx="11129644" cy="2379980"/>
        </p:xfrm>
        <a:graphic>
          <a:graphicData uri="http://schemas.openxmlformats.org/drawingml/2006/table">
            <a:tbl>
              <a:tblPr/>
              <a:tblGrid>
                <a:gridCol w="1823720"/>
                <a:gridCol w="78740"/>
                <a:gridCol w="1820545"/>
                <a:gridCol w="1820545"/>
                <a:gridCol w="1898650"/>
                <a:gridCol w="114935"/>
                <a:gridCol w="1722754"/>
                <a:gridCol w="109220"/>
                <a:gridCol w="1740535"/>
              </a:tblGrid>
              <a:tr h="59435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4" algn="l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  <a:r>
                        <a:rPr sz="32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</a:t>
                      </a:r>
                      <a:r>
                        <a:rPr sz="3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  <a:r>
                        <a:rPr sz="3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3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  <a:r>
                        <a:rPr sz="32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</a:t>
                      </a:r>
                      <a:r>
                        <a:rPr sz="3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  <a:r>
                        <a:rPr sz="3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</a:t>
                      </a:r>
                      <a:r>
                        <a:rPr sz="3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  <a:r>
                        <a:rPr sz="3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</a:t>
                      </a:r>
                      <a:r>
                        <a:rPr sz="32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32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06</a:t>
                      </a:r>
                      <a:r>
                        <a:rPr sz="3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endParaRPr sz="3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algn="l" rtl="0" eaLnBrk="0">
                        <a:lnSpc>
                          <a:spcPct val="74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Dual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8759" algn="l" rtl="0" eaLnBrk="0">
                        <a:lnSpc>
                          <a:spcPct val="7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b="1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Flexible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2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r>
                        <a:rPr sz="2300" b="1" kern="0" spc="1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695" algn="l" rtl="0" eaLnBrk="0">
                        <a:lnSpc>
                          <a:spcPct val="72000"/>
                        </a:lnSpc>
                        <a:tabLst/>
                      </a:pPr>
                      <a:r>
                        <a:rPr sz="23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r>
                        <a:rPr sz="23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2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Indoor LED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554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20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Outdoor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91919"/>
                    </a:solidFill>
                  </a:tcPr>
                </a:tc>
              </a:tr>
              <a:tr h="9150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06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indent="-1142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2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  <a:r>
                        <a:rPr sz="20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</a:t>
                      </a:r>
                      <a:r>
                        <a:rPr sz="20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8759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3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8759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749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2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22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0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1919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412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44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Module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A4FF02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 06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2832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145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A4FF02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 01               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A4FF02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 02               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479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A4FF02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 03               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104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A4FF02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 04               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71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A4FF02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 05               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2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205048" y="5203761"/>
            <a:ext cx="302323" cy="82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90854" y="5248211"/>
            <a:ext cx="302324" cy="82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02884" y="5248211"/>
            <a:ext cx="302323" cy="826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14915" y="5248211"/>
            <a:ext cx="302323" cy="826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6933" y="5248211"/>
            <a:ext cx="302323" cy="82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564046" y="3256571"/>
            <a:ext cx="519214" cy="111049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786685" y="3257206"/>
            <a:ext cx="519214" cy="111049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988229" y="3257841"/>
            <a:ext cx="519214" cy="11104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106089" y="3258286"/>
            <a:ext cx="519214" cy="111061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216736" y="3258286"/>
            <a:ext cx="519213" cy="11106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334595" y="3258286"/>
            <a:ext cx="519214" cy="111061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449992" y="1023036"/>
            <a:ext cx="5045621" cy="881926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703130" y="5107698"/>
            <a:ext cx="1591335" cy="15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 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" name="textbox 60"/>
          <p:cNvSpPr/>
          <p:nvPr/>
        </p:nvSpPr>
        <p:spPr>
          <a:xfrm>
            <a:off x="0" y="0"/>
            <a:ext cx="2614929" cy="6858000"/>
          </a:xfrm>
          <a:prstGeom prst="rect">
            <a:avLst/>
          </a:pr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65835" algn="l" rtl="0" eaLnBrk="0">
              <a:lnSpc>
                <a:spcPct val="74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ANTIX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6115938" y="1579499"/>
            <a:ext cx="5131434" cy="3583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3255" indent="-262254" algn="l" rtl="0" eaLnBrk="0">
              <a:lnSpc>
                <a:spcPct val="87000"/>
              </a:lnSpc>
              <a:tabLst/>
            </a:pPr>
            <a:r>
              <a:rPr sz="5900" b="1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Dual Service</a:t>
            </a:r>
            <a:r>
              <a:rPr sz="59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900" b="1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Modul</a:t>
            </a:r>
            <a:r>
              <a:rPr sz="5900" b="1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5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5900" b="1" kern="0" spc="-9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5900" b="1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10563" y="4750536"/>
            <a:ext cx="3820807" cy="111049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51400" y="5565648"/>
            <a:ext cx="7340600" cy="1213103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0" y="5652515"/>
            <a:ext cx="12192000" cy="1205484"/>
            <a:chOff x="0" y="0"/>
            <a:chExt cx="12192000" cy="1205484"/>
          </a:xfrm>
        </p:grpSpPr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2192000" cy="1205484"/>
            </a:xfrm>
            <a:prstGeom prst="rect">
              <a:avLst/>
            </a:prstGeom>
          </p:spPr>
        </p:pic>
        <p:sp>
          <p:nvSpPr>
            <p:cNvPr id="70" name="textbox 70"/>
            <p:cNvSpPr/>
            <p:nvPr/>
          </p:nvSpPr>
          <p:spPr>
            <a:xfrm>
              <a:off x="-12700" y="-12700"/>
              <a:ext cx="12217400" cy="12312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5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41655" algn="l" rtl="0" eaLnBrk="0">
                <a:lnSpc>
                  <a:spcPct val="69000"/>
                </a:lnSpc>
                <a:tabLst/>
              </a:pPr>
              <a:r>
                <a:rPr sz="46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PART</a:t>
              </a:r>
              <a:r>
                <a:rPr sz="4600" kern="0" spc="-1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6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ONE</a:t>
              </a:r>
              <a:endParaRPr sz="46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9289" y="1635224"/>
            <a:ext cx="3796317" cy="3345207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69920" y="681990"/>
            <a:ext cx="7790815" cy="7619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239866" y="575527"/>
            <a:ext cx="253834" cy="20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 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2" name="rect 82"/>
          <p:cNvSpPr/>
          <p:nvPr/>
        </p:nvSpPr>
        <p:spPr>
          <a:xfrm>
            <a:off x="869315" y="2108200"/>
            <a:ext cx="9949815" cy="402717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880190" y="620521"/>
            <a:ext cx="10518775" cy="1001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</a:t>
            </a:r>
            <a:r>
              <a:rPr sz="3200" b="1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Rear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3200" b="1" strike="sngStrike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9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endParaRPr sz="7300" baseline="-3567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296"/>
              </a:spcBef>
              <a:tabLst/>
            </a:pPr>
            <a:r>
              <a:rPr sz="3200" b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Display Module</a:t>
            </a:r>
            <a:endParaRPr sz="3200" dirty="0">
              <a:latin typeface="Arial"/>
              <a:ea typeface="Arial"/>
              <a:cs typeface="Arial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1144218" y="4309826"/>
            <a:ext cx="2688589" cy="1593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85"/>
              </a:lnSpc>
              <a:tabLst/>
            </a:pPr>
            <a:r>
              <a:rPr sz="4300" b="1" kern="0" spc="-80" baseline="-8035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2700" b="1" kern="0" spc="13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8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500" kern="0" spc="12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8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REFRESH</a:t>
            </a:r>
            <a:r>
              <a:rPr sz="1500" kern="0" spc="10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8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</a:t>
            </a:r>
            <a:r>
              <a:rPr sz="2400" kern="0" spc="-9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400" baseline="7305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spcBef>
                <a:spcPts val="844"/>
              </a:spcBef>
              <a:tabLst/>
            </a:pPr>
            <a:r>
              <a:rPr sz="4300" b="1" kern="0" spc="0" baseline="-3634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2700" b="1" kern="0" spc="11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0" baseline="434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SMD</a:t>
            </a:r>
            <a:r>
              <a:rPr sz="1500" kern="0" spc="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434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500" kern="0" spc="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434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500" kern="0" spc="9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0" baseline="434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2400" baseline="434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85"/>
              </a:lnSpc>
              <a:spcBef>
                <a:spcPts val="2"/>
              </a:spcBef>
              <a:tabLst/>
            </a:pPr>
            <a:r>
              <a:rPr sz="4300" b="1" kern="0" spc="-60" baseline="-8035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2700" b="1" kern="0" spc="10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-6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500" kern="0" spc="-6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6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YEARS</a:t>
            </a:r>
            <a:r>
              <a:rPr sz="1500" kern="0" spc="-60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6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WARRAN</a:t>
            </a:r>
            <a:r>
              <a:rPr sz="2400" kern="0" spc="-70" baseline="7305" dirty="0">
                <a:solidFill>
                  <a:srgbClr val="A6A6A6">
                    <a:alpha val="100000"/>
                  </a:srgbClr>
                </a:solidFill>
                <a:latin typeface="Arial"/>
                <a:ea typeface="Arial"/>
                <a:cs typeface="Arial"/>
              </a:rPr>
              <a:t>TY</a:t>
            </a:r>
            <a:endParaRPr sz="2400" baseline="7305" dirty="0">
              <a:latin typeface="Arial"/>
              <a:ea typeface="Arial"/>
              <a:cs typeface="Arial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728919" y="4258860"/>
            <a:ext cx="1933719" cy="1683469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47709" y="2499995"/>
            <a:ext cx="1475105" cy="232410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2835" y="3716654"/>
            <a:ext cx="1763636" cy="187959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44240" y="3716654"/>
            <a:ext cx="1555356" cy="187959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98550" y="3414394"/>
            <a:ext cx="1201420" cy="234950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98550" y="2804795"/>
            <a:ext cx="1079500" cy="232410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333230" y="3719194"/>
            <a:ext cx="1003934" cy="232410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315584" y="3719194"/>
            <a:ext cx="1226819" cy="184785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019732" y="3723347"/>
            <a:ext cx="970012" cy="230796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932277" y="3106420"/>
            <a:ext cx="1039012" cy="187959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839595" y="3106420"/>
            <a:ext cx="990600" cy="187959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811006" y="3109595"/>
            <a:ext cx="779449" cy="234949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951854" y="2499995"/>
            <a:ext cx="727710" cy="23495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682981" y="3109595"/>
            <a:ext cx="851928" cy="184784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151746" y="2499995"/>
            <a:ext cx="810653" cy="184784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689100" y="2499995"/>
            <a:ext cx="792479" cy="184784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7332344" y="3766820"/>
            <a:ext cx="607059" cy="187324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0231754" y="3109595"/>
            <a:ext cx="472440" cy="234949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8222615" y="3109595"/>
            <a:ext cx="472439" cy="234949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090920" y="3109595"/>
            <a:ext cx="467995" cy="234949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4067809" y="3106420"/>
            <a:ext cx="557530" cy="188594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282825" y="2804795"/>
            <a:ext cx="553085" cy="184784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7273531" y="2504147"/>
            <a:ext cx="550303" cy="180631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4334992" y="2496820"/>
            <a:ext cx="506882" cy="187959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0217784" y="2499359"/>
            <a:ext cx="492759" cy="186055"/>
          </a:xfrm>
          <a:prstGeom prst="rect">
            <a:avLst/>
          </a:prstGeom>
        </p:spPr>
      </p:pic>
      <p:pic>
        <p:nvPicPr>
          <p:cNvPr id="138" name="picture 13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1101725" y="2499995"/>
            <a:ext cx="488314" cy="184784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5498464" y="3109595"/>
            <a:ext cx="481329" cy="182245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7635557" y="3109595"/>
            <a:ext cx="461961" cy="184784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2583814" y="2499995"/>
            <a:ext cx="464820" cy="182245"/>
          </a:xfrm>
          <a:prstGeom prst="rect">
            <a:avLst/>
          </a:prstGeom>
        </p:spPr>
      </p:pic>
      <p:pic>
        <p:nvPicPr>
          <p:cNvPr id="146" name="picture 1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691369" y="3109595"/>
            <a:ext cx="415290" cy="184784"/>
          </a:xfrm>
          <a:prstGeom prst="rect">
            <a:avLst/>
          </a:prstGeom>
        </p:spPr>
      </p:pic>
      <p:pic>
        <p:nvPicPr>
          <p:cNvPr id="148" name="picture 14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4926329" y="2499995"/>
            <a:ext cx="398779" cy="184784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632575" y="3719194"/>
            <a:ext cx="396240" cy="184785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2952114" y="3719194"/>
            <a:ext cx="396239" cy="184785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7904480" y="2499995"/>
            <a:ext cx="341629" cy="184784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5432425" y="2547620"/>
            <a:ext cx="441325" cy="137159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6780530" y="2547620"/>
            <a:ext cx="384174" cy="137159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9914890" y="2496820"/>
            <a:ext cx="214020" cy="187959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4054475" y="2496820"/>
            <a:ext cx="213385" cy="187959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1337945" y="3109595"/>
            <a:ext cx="165100" cy="184784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080500" y="3719194"/>
            <a:ext cx="156209" cy="184785"/>
          </a:xfrm>
          <a:prstGeom prst="rect">
            <a:avLst/>
          </a:prstGeom>
        </p:spPr>
      </p:pic>
      <p:pic>
        <p:nvPicPr>
          <p:cNvPr id="168" name="picture 168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032616" y="3766820"/>
            <a:ext cx="178434" cy="134620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105535" y="3109595"/>
            <a:ext cx="123825" cy="184784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4737734" y="3108959"/>
            <a:ext cx="118745" cy="186054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7124700" y="3718559"/>
            <a:ext cx="120015" cy="182880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1609725" y="3157220"/>
            <a:ext cx="121920" cy="137159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5039359" y="3157220"/>
            <a:ext cx="105410" cy="134620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278754" y="3108959"/>
            <a:ext cx="66675" cy="182880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4973954" y="3109595"/>
            <a:ext cx="22225" cy="182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86" name="textbox 186"/>
          <p:cNvSpPr/>
          <p:nvPr/>
        </p:nvSpPr>
        <p:spPr>
          <a:xfrm>
            <a:off x="611123" y="5314188"/>
            <a:ext cx="2658110" cy="78994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691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0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Chips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6256020" y="5314188"/>
            <a:ext cx="2658110" cy="78994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0034" algn="l" rtl="0" eaLnBrk="0">
              <a:lnSpc>
                <a:spcPct val="90000"/>
              </a:lnSpc>
              <a:tabLst/>
            </a:pP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Easy</a:t>
            </a:r>
            <a:r>
              <a:rPr sz="20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Assembling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90" name="rect 1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" name="textbox 192"/>
          <p:cNvSpPr/>
          <p:nvPr/>
        </p:nvSpPr>
        <p:spPr>
          <a:xfrm>
            <a:off x="706119" y="620521"/>
            <a:ext cx="10692765" cy="949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Dual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3200" b="1" strike="sngStrike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1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endParaRPr sz="7300" baseline="-3567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428"/>
              </a:spcBef>
              <a:tabLst/>
            </a:pP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Screen Panel</a:t>
            </a:r>
            <a:endParaRPr sz="3200" dirty="0">
              <a:latin typeface="Arial"/>
              <a:ea typeface="Arial"/>
              <a:cs typeface="Arial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6338956" y="1989684"/>
            <a:ext cx="2514600" cy="3123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102000"/>
              </a:lnSpc>
              <a:tabLst/>
            </a:pP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0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</a:t>
            </a:r>
            <a:r>
              <a:rPr sz="2000" kern="0" spc="5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nd</a:t>
            </a:r>
            <a:r>
              <a:rPr sz="2000" kern="0" spc="5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rear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</a:t>
            </a:r>
            <a:r>
              <a:rPr sz="20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20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</a:t>
            </a:r>
            <a:r>
              <a:rPr sz="20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20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2000" kern="0" spc="4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repla</a:t>
            </a:r>
            <a:r>
              <a:rPr sz="20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ced</a:t>
            </a:r>
            <a:r>
              <a:rPr sz="20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taken</a:t>
            </a:r>
            <a:r>
              <a:rPr sz="20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r>
              <a:rPr sz="20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2000" kern="0" spc="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 side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20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easily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000" kern="0" spc="5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2000" kern="0" spc="4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</a:t>
            </a:r>
            <a:r>
              <a:rPr sz="2000" kern="0" spc="-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000" kern="0" spc="5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</a:t>
            </a:r>
            <a:r>
              <a:rPr sz="20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</a:t>
            </a:r>
            <a:r>
              <a:rPr sz="20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ews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</a:t>
            </a:r>
            <a:r>
              <a:rPr sz="20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20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20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easier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mount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20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ules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the cabinet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uickly.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9326521" y="2237969"/>
            <a:ext cx="2428239" cy="281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7694" algn="l" rtl="0" eaLnBrk="0">
              <a:lnSpc>
                <a:spcPts val="2566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Dual-mode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6364" algn="l" rtl="0" eaLnBrk="0">
              <a:lnSpc>
                <a:spcPct val="100000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maintenance (Front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100000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20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Rear) out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door</a:t>
            </a:r>
            <a:r>
              <a:rPr sz="20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endParaRPr sz="2000" dirty="0">
              <a:latin typeface="Arial"/>
              <a:ea typeface="Arial"/>
              <a:cs typeface="Arial"/>
            </a:endParaRPr>
          </a:p>
          <a:p>
            <a:pPr marL="406400" algn="l" rtl="0" eaLnBrk="0">
              <a:lnSpc>
                <a:spcPts val="2566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20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2000" dirty="0">
              <a:latin typeface="Arial"/>
              <a:ea typeface="Arial"/>
              <a:cs typeface="Arial"/>
            </a:endParaRPr>
          </a:p>
          <a:p>
            <a:pPr marL="638175" algn="l" rtl="0" eaLnBrk="0">
              <a:lnSpc>
                <a:spcPct val="79000"/>
              </a:lnSpc>
              <a:spcBef>
                <a:spcPts val="301"/>
              </a:spcBef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saving the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5729" algn="l" rtl="0" eaLnBrk="0">
              <a:lnSpc>
                <a:spcPct val="76000"/>
              </a:lnSpc>
              <a:spcBef>
                <a:spcPts val="486"/>
              </a:spcBef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maintenance space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26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being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compatibl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ct val="100000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hard</a:t>
            </a:r>
            <a:r>
              <a:rPr sz="20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installatio</a:t>
            </a: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endParaRPr sz="1700" dirty="0">
              <a:latin typeface="Arial"/>
              <a:ea typeface="Arial"/>
              <a:cs typeface="Arial"/>
            </a:endParaRPr>
          </a:p>
          <a:p>
            <a:pPr marL="612140" algn="l" rtl="0" eaLnBrk="0">
              <a:lnSpc>
                <a:spcPts val="2566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conditions.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693171" y="2412030"/>
            <a:ext cx="2501264" cy="270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20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20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0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 h o</a:t>
            </a:r>
            <a:r>
              <a:rPr sz="2000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2000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000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0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 i g h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sz="20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2000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000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20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</a:t>
            </a:r>
            <a:r>
              <a:rPr sz="20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ps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20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20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Nationstar,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Kinglight for</a:t>
            </a:r>
            <a:r>
              <a:rPr sz="20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door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front&amp;</a:t>
            </a:r>
            <a:r>
              <a:rPr sz="2000" kern="0" spc="-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rear</a:t>
            </a:r>
            <a:r>
              <a:rPr sz="20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</a:t>
            </a:r>
            <a:r>
              <a:rPr sz="20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rvice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9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9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9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19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9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19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9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9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9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ensuring</a:t>
            </a:r>
            <a:r>
              <a:rPr sz="20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20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refresh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</a:t>
            </a:r>
            <a:r>
              <a:rPr sz="2000" kern="0" spc="5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2000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2000" kern="0" spc="-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2000" kern="0" spc="5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2000" kern="0" spc="-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r>
              <a:rPr sz="20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0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</a:t>
            </a:r>
            <a:r>
              <a:rPr sz="20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 unifo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rmity.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3508375" y="2561184"/>
            <a:ext cx="2480310" cy="2509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66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Adopting high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reliable</a:t>
            </a:r>
            <a:endParaRPr sz="2000" dirty="0">
              <a:latin typeface="Arial"/>
              <a:ea typeface="Arial"/>
              <a:cs typeface="Arial"/>
            </a:endParaRPr>
          </a:p>
          <a:p>
            <a:pPr marL="45084" algn="l" rtl="0" eaLnBrk="0">
              <a:lnSpc>
                <a:spcPct val="100000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SMD1921, SMD2727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89559" algn="l" rtl="0" eaLnBrk="0">
              <a:lnSpc>
                <a:spcPct val="100000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SMD3535 to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88620" algn="l" rtl="0" eaLnBrk="0">
              <a:lnSpc>
                <a:spcPct val="100000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ensure outdoor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40029" algn="l" rtl="0" eaLnBrk="0">
              <a:lnSpc>
                <a:spcPct val="100000"/>
              </a:lnSpc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front&amp;rear a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ccess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100000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20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</a:t>
            </a:r>
            <a:endParaRPr sz="2000" dirty="0">
              <a:latin typeface="Arial"/>
              <a:ea typeface="Arial"/>
              <a:cs typeface="Arial"/>
            </a:endParaRPr>
          </a:p>
          <a:p>
            <a:pPr marL="99694" algn="l" rtl="0" eaLnBrk="0">
              <a:lnSpc>
                <a:spcPct val="100000"/>
              </a:lnSpc>
              <a:spcBef>
                <a:spcPts val="13"/>
              </a:spcBef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brightness from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2578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5500 – 7500</a:t>
            </a:r>
            <a:r>
              <a:rPr sz="20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CD/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㎡</a:t>
            </a:r>
            <a:r>
              <a:rPr sz="2000" kern="0" spc="-3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3427729" y="5307329"/>
          <a:ext cx="2670175" cy="801369"/>
        </p:xfrm>
        <a:graphic>
          <a:graphicData uri="http://schemas.openxmlformats.org/drawingml/2006/table">
            <a:tbl>
              <a:tblPr>
                <a:solidFill>
                  <a:srgbClr val="A4FF02"/>
                </a:solidFill>
              </a:tblPr>
              <a:tblGrid>
                <a:gridCol w="267017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814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 3 in 1</a:t>
                      </a:r>
                      <a:r>
                        <a:rPr sz="20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FF02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 rot="21600000">
            <a:off x="9171304" y="5323840"/>
            <a:ext cx="2670175" cy="802004"/>
            <a:chOff x="0" y="0"/>
            <a:chExt cx="2670175" cy="802004"/>
          </a:xfrm>
        </p:grpSpPr>
        <p:pic>
          <p:nvPicPr>
            <p:cNvPr id="204" name="picture 20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70175" cy="802004"/>
            </a:xfrm>
            <a:prstGeom prst="rect">
              <a:avLst/>
            </a:prstGeom>
          </p:spPr>
        </p:pic>
        <p:sp>
          <p:nvSpPr>
            <p:cNvPr id="206" name="textbox 206"/>
            <p:cNvSpPr/>
            <p:nvPr/>
          </p:nvSpPr>
          <p:spPr>
            <a:xfrm>
              <a:off x="-12700" y="-12700"/>
              <a:ext cx="2696210" cy="8274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467359" indent="169545" algn="l" rtl="0" eaLnBrk="0">
                <a:lnSpc>
                  <a:spcPct val="93000"/>
                </a:lnSpc>
                <a:tabLst/>
              </a:pPr>
              <a:r>
                <a:rPr sz="2000" b="1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Dual-mode</a:t>
              </a: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</a:t>
              </a:r>
              <a:r>
                <a:rPr sz="2000" b="1" kern="0" spc="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Maintenanc</a:t>
              </a:r>
              <a:r>
                <a:rPr sz="2000" b="1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8848" y="2093976"/>
            <a:ext cx="1171955" cy="640079"/>
          </a:xfrm>
          <a:prstGeom prst="rect">
            <a:avLst/>
          </a:prstGeom>
        </p:spPr>
      </p:pic>
      <p:pic>
        <p:nvPicPr>
          <p:cNvPr id="214" name="picture 2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60804" y="2093976"/>
            <a:ext cx="1632204" cy="640079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10756" y="2093976"/>
            <a:ext cx="1213104" cy="640079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755" y="2093976"/>
            <a:ext cx="1524000" cy="640079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493008" y="2093976"/>
            <a:ext cx="1793747" cy="640079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2093976"/>
            <a:ext cx="1955291" cy="640079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023859" y="2093976"/>
            <a:ext cx="1498092" cy="640079"/>
          </a:xfrm>
          <a:prstGeom prst="rect">
            <a:avLst/>
          </a:prstGeom>
        </p:spPr>
      </p:pic>
      <p:graphicFrame>
        <p:nvGraphicFramePr>
          <p:cNvPr id="226" name="table 226"/>
          <p:cNvGraphicFramePr>
            <a:graphicFrameLocks noGrp="1"/>
          </p:cNvGraphicFramePr>
          <p:nvPr/>
        </p:nvGraphicFramePr>
        <p:xfrm>
          <a:off x="681990" y="2087879"/>
          <a:ext cx="10801350" cy="4221480"/>
        </p:xfrm>
        <a:graphic>
          <a:graphicData uri="http://schemas.openxmlformats.org/drawingml/2006/table">
            <a:tbl>
              <a:tblPr/>
              <a:tblGrid>
                <a:gridCol w="1179194"/>
                <a:gridCol w="1631314"/>
                <a:gridCol w="179387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7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75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320*320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320*320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P5.33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320*320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60*60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P6.67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320*320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48*48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320*320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320*320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156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P10-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DIP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21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DIP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346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320*320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228" name="textbox 228"/>
          <p:cNvSpPr/>
          <p:nvPr/>
        </p:nvSpPr>
        <p:spPr>
          <a:xfrm>
            <a:off x="854953" y="620521"/>
            <a:ext cx="10544175" cy="958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indent="-10795" algn="l" rtl="0" eaLnBrk="0">
              <a:lnSpc>
                <a:spcPct val="78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320x320mm Dual Service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(Frontal &amp; Rear)</a:t>
            </a:r>
            <a:r>
              <a:rPr sz="32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4700" b="1" kern="0" spc="2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Outdoor LED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 2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60804" y="2093976"/>
            <a:ext cx="1632204" cy="640079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86755" y="2093976"/>
            <a:ext cx="1524000" cy="640079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93008" y="2093976"/>
            <a:ext cx="1793747" cy="640079"/>
          </a:xfrm>
          <a:prstGeom prst="rect">
            <a:avLst/>
          </a:prstGeom>
        </p:spPr>
      </p:pic>
      <p:pic>
        <p:nvPicPr>
          <p:cNvPr id="240" name="picture 2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521952" y="2093976"/>
            <a:ext cx="1955291" cy="640079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23859" y="2093976"/>
            <a:ext cx="1498092" cy="640079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810756" y="2093976"/>
            <a:ext cx="1213104" cy="640079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88848" y="2093976"/>
            <a:ext cx="1171955" cy="640079"/>
          </a:xfrm>
          <a:prstGeom prst="rect">
            <a:avLst/>
          </a:prstGeom>
        </p:spPr>
      </p:pic>
      <p:graphicFrame>
        <p:nvGraphicFramePr>
          <p:cNvPr id="248" name="table 248"/>
          <p:cNvGraphicFramePr>
            <a:graphicFrameLocks noGrp="1"/>
          </p:cNvGraphicFramePr>
          <p:nvPr/>
        </p:nvGraphicFramePr>
        <p:xfrm>
          <a:off x="681990" y="2087879"/>
          <a:ext cx="10801350" cy="4221480"/>
        </p:xfrm>
        <a:graphic>
          <a:graphicData uri="http://schemas.openxmlformats.org/drawingml/2006/table">
            <a:tbl>
              <a:tblPr/>
              <a:tblGrid>
                <a:gridCol w="1179194"/>
                <a:gridCol w="1631314"/>
                <a:gridCol w="179387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7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75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P4.81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52*52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P5.95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725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42*42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P6.94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36*36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P8.33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30*30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156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P10.41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053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24*24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250" name="textbox 250"/>
          <p:cNvSpPr/>
          <p:nvPr/>
        </p:nvSpPr>
        <p:spPr>
          <a:xfrm>
            <a:off x="858617" y="620521"/>
            <a:ext cx="10540365" cy="958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indent="-7620" algn="l" rtl="0" eaLnBrk="0">
              <a:lnSpc>
                <a:spcPct val="78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250x250mm Dual Serv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ice (Frontal &amp; Rear)</a:t>
            </a:r>
            <a:r>
              <a:rPr sz="32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4700" b="1" kern="0" spc="2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Outdoor LED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 2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8848" y="2093976"/>
            <a:ext cx="1171955" cy="640079"/>
          </a:xfrm>
          <a:prstGeom prst="rect">
            <a:avLst/>
          </a:prstGeom>
        </p:spPr>
      </p:pic>
      <p:pic>
        <p:nvPicPr>
          <p:cNvPr id="256" name="picture 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60804" y="2093976"/>
            <a:ext cx="1632204" cy="640079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86755" y="2093976"/>
            <a:ext cx="1524000" cy="640079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93008" y="2093976"/>
            <a:ext cx="1793747" cy="640079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23859" y="2093976"/>
            <a:ext cx="1498092" cy="640079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810756" y="2093976"/>
            <a:ext cx="1213104" cy="640079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2093976"/>
            <a:ext cx="1955291" cy="640079"/>
          </a:xfrm>
          <a:prstGeom prst="rect">
            <a:avLst/>
          </a:prstGeom>
        </p:spPr>
      </p:pic>
      <p:graphicFrame>
        <p:nvGraphicFramePr>
          <p:cNvPr id="268" name="table 268"/>
          <p:cNvGraphicFramePr>
            <a:graphicFrameLocks noGrp="1"/>
          </p:cNvGraphicFramePr>
          <p:nvPr/>
        </p:nvGraphicFramePr>
        <p:xfrm>
          <a:off x="681990" y="2087879"/>
          <a:ext cx="10801350" cy="3711575"/>
        </p:xfrm>
        <a:graphic>
          <a:graphicData uri="http://schemas.openxmlformats.org/drawingml/2006/table">
            <a:tbl>
              <a:tblPr/>
              <a:tblGrid>
                <a:gridCol w="1179194"/>
                <a:gridCol w="1631314"/>
                <a:gridCol w="179387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7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75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P3.07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104*52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1/13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P6.67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48*24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40*20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0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13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270" name="textbox 270"/>
          <p:cNvSpPr/>
          <p:nvPr/>
        </p:nvSpPr>
        <p:spPr>
          <a:xfrm>
            <a:off x="854953" y="620521"/>
            <a:ext cx="10544175" cy="958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indent="-10795" algn="l" rtl="0" eaLnBrk="0">
              <a:lnSpc>
                <a:spcPct val="78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320x160mm Dual Service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(Frontal &amp; Rear)</a:t>
            </a:r>
            <a:r>
              <a:rPr sz="32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4700" b="1" kern="0" spc="2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Outdoor LED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 2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4" name="textbox 274"/>
          <p:cNvSpPr/>
          <p:nvPr/>
        </p:nvSpPr>
        <p:spPr>
          <a:xfrm>
            <a:off x="0" y="0"/>
            <a:ext cx="2614929" cy="6858000"/>
          </a:xfrm>
          <a:prstGeom prst="rect">
            <a:avLst/>
          </a:pr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65835" algn="l" rtl="0" eaLnBrk="0">
              <a:lnSpc>
                <a:spcPct val="74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ANTIX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276" name="picture 2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6972" y="2098372"/>
            <a:ext cx="5181600" cy="3093895"/>
          </a:xfrm>
          <a:prstGeom prst="rect">
            <a:avLst/>
          </a:prstGeom>
        </p:spPr>
      </p:pic>
      <p:sp>
        <p:nvSpPr>
          <p:cNvPr id="278" name="textbox 278"/>
          <p:cNvSpPr/>
          <p:nvPr/>
        </p:nvSpPr>
        <p:spPr>
          <a:xfrm>
            <a:off x="6115938" y="2036597"/>
            <a:ext cx="5205729" cy="3126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705" algn="l" rtl="0" eaLnBrk="0">
              <a:lnSpc>
                <a:spcPct val="75000"/>
              </a:lnSpc>
              <a:spcBef>
                <a:spcPts val="1"/>
              </a:spcBef>
              <a:tabLst/>
            </a:pPr>
            <a:r>
              <a:rPr sz="6500" b="1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Flexible LE</a:t>
            </a:r>
            <a:r>
              <a:rPr sz="6500" b="1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6500" dirty="0">
              <a:latin typeface="Arial"/>
              <a:ea typeface="Arial"/>
              <a:cs typeface="Arial"/>
            </a:endParaRPr>
          </a:p>
          <a:p>
            <a:pPr marL="2111375" algn="l" rtl="0" eaLnBrk="0">
              <a:lnSpc>
                <a:spcPct val="74000"/>
              </a:lnSpc>
              <a:spcBef>
                <a:spcPts val="2279"/>
              </a:spcBef>
              <a:tabLst/>
            </a:pPr>
            <a:r>
              <a:rPr sz="6500" b="1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endParaRPr sz="6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1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5900" b="1" kern="0" spc="-9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5900" b="1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280" name="picture 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10563" y="4750536"/>
            <a:ext cx="3820807" cy="111049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1400" y="5565648"/>
            <a:ext cx="7340600" cy="1213103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0" y="5652515"/>
            <a:ext cx="12192000" cy="1205484"/>
            <a:chOff x="0" y="0"/>
            <a:chExt cx="12192000" cy="1205484"/>
          </a:xfrm>
        </p:grpSpPr>
        <p:pic>
          <p:nvPicPr>
            <p:cNvPr id="284" name="picture 28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2192000" cy="1205484"/>
            </a:xfrm>
            <a:prstGeom prst="rect">
              <a:avLst/>
            </a:prstGeom>
          </p:spPr>
        </p:pic>
        <p:sp>
          <p:nvSpPr>
            <p:cNvPr id="286" name="textbox 286"/>
            <p:cNvSpPr/>
            <p:nvPr/>
          </p:nvSpPr>
          <p:spPr>
            <a:xfrm>
              <a:off x="-12700" y="-12700"/>
              <a:ext cx="12217400" cy="12312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41655" algn="l" rtl="0" eaLnBrk="0">
                <a:lnSpc>
                  <a:spcPts val="3824"/>
                </a:lnSpc>
                <a:spcBef>
                  <a:spcPts val="5"/>
                </a:spcBef>
                <a:tabLst/>
              </a:pPr>
              <a:r>
                <a:rPr sz="50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PART</a:t>
              </a:r>
              <a:r>
                <a:rPr sz="5000" kern="0" spc="-26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50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5000" kern="0" spc="12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50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</a:t>
              </a:r>
              <a:endParaRPr sz="50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88" name="picture 2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69920" y="681990"/>
            <a:ext cx="7790815" cy="7619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239866" y="575527"/>
            <a:ext cx="253834" cy="20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 2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880190" y="620521"/>
            <a:ext cx="10518775" cy="544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Flexible</a:t>
            </a:r>
            <a:r>
              <a:rPr sz="3200" b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Soft</a:t>
            </a:r>
            <a:r>
              <a:rPr sz="3200" b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3200" b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3200" b="1" strike="sngStrike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3200" b="1" strike="sngStrike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3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7300" baseline="-3567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296"/>
              </a:spcBef>
              <a:tabLst/>
            </a:pPr>
            <a:r>
              <a:rPr sz="3200" b="1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 Mo</a:t>
            </a:r>
            <a:r>
              <a:rPr sz="3200" b="1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dule</a:t>
            </a:r>
            <a:endParaRPr sz="3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5405" algn="l" rtl="0" eaLnBrk="0">
              <a:lnSpc>
                <a:spcPts val="2453"/>
              </a:lnSpc>
              <a:spcBef>
                <a:spcPts val="521"/>
              </a:spcBef>
              <a:tabLst/>
            </a:pP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 feature of Flexible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Screen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that the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soft, flexi</a:t>
            </a:r>
            <a:r>
              <a:rPr sz="1700" kern="0" spc="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ble.</a:t>
            </a:r>
            <a:endParaRPr sz="1700" dirty="0">
              <a:latin typeface="Arial"/>
              <a:ea typeface="Arial"/>
              <a:cs typeface="Arial"/>
            </a:endParaRPr>
          </a:p>
          <a:p>
            <a:pPr marL="67944" indent="3175" algn="l" rtl="0" eaLnBrk="0">
              <a:lnSpc>
                <a:spcPct val="150000"/>
              </a:lnSpc>
              <a:spcBef>
                <a:spcPts val="1411"/>
              </a:spcBef>
              <a:tabLst/>
            </a:pPr>
            <a:r>
              <a:rPr sz="17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Compare to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fixed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display and outdoor fixed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display, the flexible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 can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designed forrolled, bend and swing to do any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shape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video w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700" kern="0" spc="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want.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485" algn="l" rtl="0" eaLnBrk="0">
              <a:lnSpc>
                <a:spcPts val="2453"/>
              </a:lnSpc>
              <a:spcBef>
                <a:spcPts val="517"/>
              </a:spcBef>
              <a:tabLst/>
            </a:pPr>
            <a:r>
              <a:rPr sz="17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Super fle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xible Soft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display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 with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high-quality driving</a:t>
            </a:r>
            <a:r>
              <a:rPr sz="17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 and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LEDs with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refresh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700" dirty="0">
              <a:latin typeface="Arial"/>
              <a:ea typeface="Arial"/>
              <a:cs typeface="Arial"/>
            </a:endParaRPr>
          </a:p>
          <a:p>
            <a:pPr marL="67310" algn="l" rtl="0" eaLnBrk="0">
              <a:lnSpc>
                <a:spcPts val="3032"/>
              </a:lnSpc>
              <a:tabLst/>
            </a:pP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great color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uniformity.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2453"/>
              </a:lnSpc>
              <a:spcBef>
                <a:spcPts val="518"/>
              </a:spcBef>
              <a:tabLst/>
            </a:pP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offer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various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pixels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flexible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ranges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1.875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P2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P3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P4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7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700" dirty="0">
              <a:latin typeface="Arial"/>
              <a:ea typeface="Arial"/>
              <a:cs typeface="Arial"/>
            </a:endParaRPr>
          </a:p>
          <a:p>
            <a:pPr marL="65405" algn="l" rtl="0" eaLnBrk="0">
              <a:lnSpc>
                <a:spcPts val="4239"/>
              </a:lnSpc>
              <a:tabLst/>
            </a:pP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sizes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240*120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 3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1700" kern="0" spc="-2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256*128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 2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521952" y="2090928"/>
            <a:ext cx="1955291" cy="640079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60804" y="2090928"/>
            <a:ext cx="1632204" cy="640079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8848" y="2090928"/>
            <a:ext cx="1171955" cy="640079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93008" y="2090928"/>
            <a:ext cx="1793747" cy="640079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86755" y="2090928"/>
            <a:ext cx="1524000" cy="640079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810756" y="2090928"/>
            <a:ext cx="1213104" cy="640079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023859" y="2090928"/>
            <a:ext cx="1498092" cy="640079"/>
          </a:xfrm>
          <a:prstGeom prst="rect">
            <a:avLst/>
          </a:prstGeom>
        </p:spPr>
      </p:pic>
      <p:graphicFrame>
        <p:nvGraphicFramePr>
          <p:cNvPr id="316" name="table 316"/>
          <p:cNvGraphicFramePr>
            <a:graphicFrameLocks noGrp="1"/>
          </p:cNvGraphicFramePr>
          <p:nvPr/>
        </p:nvGraphicFramePr>
        <p:xfrm>
          <a:off x="681990" y="2084705"/>
          <a:ext cx="10801350" cy="4246880"/>
        </p:xfrm>
        <a:graphic>
          <a:graphicData uri="http://schemas.openxmlformats.org/drawingml/2006/table">
            <a:tbl>
              <a:tblPr/>
              <a:tblGrid>
                <a:gridCol w="1179195"/>
                <a:gridCol w="1631314"/>
                <a:gridCol w="179387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7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75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P0.9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9119" algn="l" rtl="0" eaLnBrk="0">
                        <a:lnSpc>
                          <a:spcPct val="7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P0.9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702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IMD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-M09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886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P1.579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152*76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120*60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96*48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81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60*30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318" name="textbox 318"/>
          <p:cNvSpPr/>
          <p:nvPr/>
        </p:nvSpPr>
        <p:spPr>
          <a:xfrm>
            <a:off x="858617" y="620521"/>
            <a:ext cx="1054036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240x120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Flexible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Soft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LED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LED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7300" b="1" kern="0" spc="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7300" baseline="-4281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90000"/>
              </a:lnSpc>
              <a:spcBef>
                <a:spcPts val="377"/>
              </a:spcBef>
              <a:tabLst/>
            </a:pP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 3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60804" y="1976628"/>
            <a:ext cx="1606295" cy="640079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8848" y="1976628"/>
            <a:ext cx="1171955" cy="640079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67100" y="1976628"/>
            <a:ext cx="1819655" cy="640079"/>
          </a:xfrm>
          <a:prstGeom prst="rect">
            <a:avLst/>
          </a:prstGeom>
        </p:spPr>
      </p:pic>
      <p:pic>
        <p:nvPicPr>
          <p:cNvPr id="328" name="picture 3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1976628"/>
            <a:ext cx="1524000" cy="640079"/>
          </a:xfrm>
          <a:prstGeom prst="rect">
            <a:avLst/>
          </a:prstGeom>
        </p:spPr>
      </p:pic>
      <p:pic>
        <p:nvPicPr>
          <p:cNvPr id="330" name="picture 3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10756" y="1976628"/>
            <a:ext cx="1213104" cy="640079"/>
          </a:xfrm>
          <a:prstGeom prst="rect">
            <a:avLst/>
          </a:prstGeom>
        </p:spPr>
      </p:pic>
      <p:pic>
        <p:nvPicPr>
          <p:cNvPr id="332" name="picture 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23859" y="1976628"/>
            <a:ext cx="1498092" cy="640079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1976628"/>
            <a:ext cx="1955291" cy="640079"/>
          </a:xfrm>
          <a:prstGeom prst="rect">
            <a:avLst/>
          </a:prstGeom>
        </p:spPr>
      </p:pic>
      <p:graphicFrame>
        <p:nvGraphicFramePr>
          <p:cNvPr id="336" name="table 336"/>
          <p:cNvGraphicFramePr>
            <a:graphicFrameLocks noGrp="1"/>
          </p:cNvGraphicFramePr>
          <p:nvPr/>
        </p:nvGraphicFramePr>
        <p:xfrm>
          <a:off x="681990" y="1969770"/>
          <a:ext cx="10801350" cy="4675505"/>
        </p:xfrm>
        <a:graphic>
          <a:graphicData uri="http://schemas.openxmlformats.org/drawingml/2006/table">
            <a:tbl>
              <a:tblPr/>
              <a:tblGrid>
                <a:gridCol w="1179195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P1.29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248*124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208*104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204*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172*86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P3.076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104*52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338" name="textbox 338"/>
          <p:cNvSpPr/>
          <p:nvPr/>
        </p:nvSpPr>
        <p:spPr>
          <a:xfrm>
            <a:off x="854953" y="620521"/>
            <a:ext cx="10544175" cy="979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320x160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Flexible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Soft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LED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7300" b="1" kern="0" spc="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7300" baseline="-4281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1000"/>
              </a:lnSpc>
              <a:spcBef>
                <a:spcPts val="476"/>
              </a:spcBef>
              <a:tabLst/>
            </a:pP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Screen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 3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42" name="picture 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8848" y="2386583"/>
            <a:ext cx="1171955" cy="640080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10756" y="2386583"/>
            <a:ext cx="1213104" cy="640080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60804" y="2386583"/>
            <a:ext cx="1606295" cy="640080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2386583"/>
            <a:ext cx="1524000" cy="640080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67100" y="2386583"/>
            <a:ext cx="1819655" cy="640080"/>
          </a:xfrm>
          <a:prstGeom prst="rect">
            <a:avLst/>
          </a:prstGeom>
        </p:spPr>
      </p:pic>
      <p:pic>
        <p:nvPicPr>
          <p:cNvPr id="352" name="picture 3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21952" y="2386583"/>
            <a:ext cx="1955291" cy="640080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23859" y="2386583"/>
            <a:ext cx="1498092" cy="640080"/>
          </a:xfrm>
          <a:prstGeom prst="rect">
            <a:avLst/>
          </a:prstGeom>
        </p:spPr>
      </p:pic>
      <p:graphicFrame>
        <p:nvGraphicFramePr>
          <p:cNvPr id="356" name="table 356"/>
          <p:cNvGraphicFramePr>
            <a:graphicFrameLocks noGrp="1"/>
          </p:cNvGraphicFramePr>
          <p:nvPr/>
        </p:nvGraphicFramePr>
        <p:xfrm>
          <a:off x="681990" y="2380615"/>
          <a:ext cx="10801350" cy="2540000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200*150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14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358" name="textbox 358"/>
          <p:cNvSpPr/>
          <p:nvPr/>
        </p:nvSpPr>
        <p:spPr>
          <a:xfrm>
            <a:off x="858617" y="620521"/>
            <a:ext cx="10540365" cy="1018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10" rIns="0" bIns="0"/>
          <a:lstStyle/>
          <a:p>
            <a:pPr marL="13970" indent="-1905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256x128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&amp; 200x150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Flexible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7300" b="1" kern="0" spc="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4700" b="1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Soft LED 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 3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2" name="picture 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60804" y="2386583"/>
            <a:ext cx="1606295" cy="640080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8848" y="2386583"/>
            <a:ext cx="1171955" cy="640080"/>
          </a:xfrm>
          <a:prstGeom prst="rect">
            <a:avLst/>
          </a:prstGeom>
        </p:spPr>
      </p:pic>
      <p:pic>
        <p:nvPicPr>
          <p:cNvPr id="366" name="picture 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67100" y="2386583"/>
            <a:ext cx="1819655" cy="640080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2386583"/>
            <a:ext cx="1524000" cy="640080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521952" y="2386583"/>
            <a:ext cx="1955291" cy="640080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810756" y="2386583"/>
            <a:ext cx="1213104" cy="640080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23859" y="2386583"/>
            <a:ext cx="1498092" cy="640080"/>
          </a:xfrm>
          <a:prstGeom prst="rect">
            <a:avLst/>
          </a:prstGeom>
        </p:spPr>
      </p:pic>
      <p:graphicFrame>
        <p:nvGraphicFramePr>
          <p:cNvPr id="376" name="table 376"/>
          <p:cNvGraphicFramePr>
            <a:graphicFrameLocks noGrp="1"/>
          </p:cNvGraphicFramePr>
          <p:nvPr/>
        </p:nvGraphicFramePr>
        <p:xfrm>
          <a:off x="681990" y="2380615"/>
          <a:ext cx="10801350" cy="2510790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P1.95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848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378" name="textbox 378"/>
          <p:cNvSpPr/>
          <p:nvPr/>
        </p:nvSpPr>
        <p:spPr>
          <a:xfrm>
            <a:off x="858617" y="620521"/>
            <a:ext cx="1054036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Flexible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Soft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LED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7300" b="1" kern="0" spc="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7300" baseline="-4281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90000"/>
              </a:lnSpc>
              <a:spcBef>
                <a:spcPts val="377"/>
              </a:spcBef>
              <a:tabLst/>
            </a:pP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 3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8848" y="2386583"/>
            <a:ext cx="1171955" cy="640080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60804" y="2386583"/>
            <a:ext cx="1606295" cy="640080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67100" y="2386583"/>
            <a:ext cx="1819655" cy="640080"/>
          </a:xfrm>
          <a:prstGeom prst="rect">
            <a:avLst/>
          </a:prstGeom>
        </p:spPr>
      </p:pic>
      <p:pic>
        <p:nvPicPr>
          <p:cNvPr id="388" name="picture 3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2386583"/>
            <a:ext cx="1524000" cy="640080"/>
          </a:xfrm>
          <a:prstGeom prst="rect">
            <a:avLst/>
          </a:prstGeom>
        </p:spPr>
      </p:pic>
      <p:pic>
        <p:nvPicPr>
          <p:cNvPr id="390" name="picture 3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10756" y="2386583"/>
            <a:ext cx="1213104" cy="640080"/>
          </a:xfrm>
          <a:prstGeom prst="rect">
            <a:avLst/>
          </a:prstGeom>
        </p:spPr>
      </p:pic>
      <p:pic>
        <p:nvPicPr>
          <p:cNvPr id="392" name="picture 3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23859" y="2386583"/>
            <a:ext cx="1498092" cy="640080"/>
          </a:xfrm>
          <a:prstGeom prst="rect">
            <a:avLst/>
          </a:prstGeom>
        </p:spPr>
      </p:pic>
      <p:pic>
        <p:nvPicPr>
          <p:cNvPr id="394" name="picture 3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2386583"/>
            <a:ext cx="1955291" cy="640080"/>
          </a:xfrm>
          <a:prstGeom prst="rect">
            <a:avLst/>
          </a:prstGeom>
        </p:spPr>
      </p:pic>
      <p:graphicFrame>
        <p:nvGraphicFramePr>
          <p:cNvPr id="396" name="table 396"/>
          <p:cNvGraphicFramePr>
            <a:graphicFrameLocks noGrp="1"/>
          </p:cNvGraphicFramePr>
          <p:nvPr/>
        </p:nvGraphicFramePr>
        <p:xfrm>
          <a:off x="681990" y="2380615"/>
          <a:ext cx="10801350" cy="3183255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3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9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9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724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9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160*90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32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59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128*72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398" name="textbox 398"/>
          <p:cNvSpPr/>
          <p:nvPr/>
        </p:nvSpPr>
        <p:spPr>
          <a:xfrm>
            <a:off x="854953" y="620521"/>
            <a:ext cx="1054417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300×168.75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</a:t>
            </a: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Flexible</a:t>
            </a: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Soft</a:t>
            </a: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LED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7300" b="1" kern="0" spc="6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endParaRPr sz="7300" baseline="-4281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0000"/>
              </a:lnSpc>
              <a:spcBef>
                <a:spcPts val="377"/>
              </a:spcBef>
              <a:tabLst/>
            </a:pP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 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2" name="textbox 402"/>
          <p:cNvSpPr/>
          <p:nvPr/>
        </p:nvSpPr>
        <p:spPr>
          <a:xfrm>
            <a:off x="0" y="0"/>
            <a:ext cx="2614929" cy="6858000"/>
          </a:xfrm>
          <a:prstGeom prst="rect">
            <a:avLst/>
          </a:pr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65835" algn="l" rtl="0" eaLnBrk="0">
              <a:lnSpc>
                <a:spcPct val="74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ANTIX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0" y="5565648"/>
            <a:ext cx="12192000" cy="1292351"/>
            <a:chOff x="0" y="0"/>
            <a:chExt cx="12192000" cy="1292351"/>
          </a:xfrm>
        </p:grpSpPr>
        <p:pic>
          <p:nvPicPr>
            <p:cNvPr id="404" name="picture 40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92000" cy="1292351"/>
            </a:xfrm>
            <a:prstGeom prst="rect">
              <a:avLst/>
            </a:prstGeom>
          </p:spPr>
        </p:pic>
        <p:sp>
          <p:nvSpPr>
            <p:cNvPr id="406" name="textbox 406"/>
            <p:cNvSpPr/>
            <p:nvPr/>
          </p:nvSpPr>
          <p:spPr>
            <a:xfrm>
              <a:off x="-12700" y="-12700"/>
              <a:ext cx="12217400" cy="1318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41655" algn="l" rtl="0" eaLnBrk="0">
                <a:lnSpc>
                  <a:spcPct val="67000"/>
                </a:lnSpc>
                <a:spcBef>
                  <a:spcPts val="7"/>
                </a:spcBef>
                <a:tabLst/>
              </a:pPr>
              <a:r>
                <a:rPr sz="46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PART</a:t>
              </a:r>
              <a:r>
                <a:rPr sz="4600" kern="0" spc="13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6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THREE</a:t>
              </a:r>
              <a:endParaRPr sz="46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08" name="textbox 408"/>
          <p:cNvSpPr/>
          <p:nvPr/>
        </p:nvSpPr>
        <p:spPr>
          <a:xfrm>
            <a:off x="6115938" y="2424379"/>
            <a:ext cx="5131434" cy="273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7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44294" algn="l" rtl="0" eaLnBrk="0">
              <a:lnSpc>
                <a:spcPct val="75000"/>
              </a:lnSpc>
              <a:tabLst/>
            </a:pPr>
            <a:r>
              <a:rPr sz="6500" b="1" kern="0" spc="-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GOB</a:t>
            </a:r>
            <a:r>
              <a:rPr sz="6500" b="1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500" b="1" kern="0" spc="-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endParaRPr sz="6500" dirty="0">
              <a:latin typeface="Arial"/>
              <a:ea typeface="Arial"/>
              <a:cs typeface="Arial"/>
            </a:endParaRPr>
          </a:p>
          <a:p>
            <a:pPr marL="1914525" algn="l" rtl="0" eaLnBrk="0">
              <a:lnSpc>
                <a:spcPct val="74000"/>
              </a:lnSpc>
              <a:spcBef>
                <a:spcPts val="1809"/>
              </a:spcBef>
              <a:tabLst/>
            </a:pPr>
            <a:r>
              <a:rPr sz="6500" b="1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endParaRPr sz="6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5900" b="1" kern="0" spc="-9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5900" b="1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410" name="picture 4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10563" y="4750536"/>
            <a:ext cx="3820807" cy="111049"/>
          </a:xfrm>
          <a:prstGeom prst="rect">
            <a:avLst/>
          </a:prstGeom>
        </p:spPr>
      </p:pic>
      <p:pic>
        <p:nvPicPr>
          <p:cNvPr id="412" name="picture 4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93936" y="2282826"/>
            <a:ext cx="4442684" cy="2728690"/>
          </a:xfrm>
          <a:prstGeom prst="rect">
            <a:avLst/>
          </a:prstGeom>
        </p:spPr>
      </p:pic>
      <p:pic>
        <p:nvPicPr>
          <p:cNvPr id="414" name="picture 4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69920" y="681990"/>
            <a:ext cx="7790815" cy="7619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239866" y="575527"/>
            <a:ext cx="253834" cy="20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 4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20" name="picture 4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22" name="textbox 422"/>
          <p:cNvSpPr/>
          <p:nvPr/>
        </p:nvSpPr>
        <p:spPr>
          <a:xfrm>
            <a:off x="847928" y="676679"/>
            <a:ext cx="4582795" cy="4500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" indent="-13334" algn="l" rtl="0" eaLnBrk="0">
              <a:lnSpc>
                <a:spcPct val="86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GOB LED</a:t>
            </a:r>
            <a:r>
              <a:rPr sz="3200" b="1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endParaRPr sz="3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290" algn="l" rtl="0" eaLnBrk="0">
              <a:lnSpc>
                <a:spcPct val="83000"/>
              </a:lnSpc>
              <a:spcBef>
                <a:spcPts val="698"/>
              </a:spcBef>
              <a:tabLst/>
            </a:pP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Waterproof Level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indent="-3810" algn="l" rtl="0" eaLnBrk="0">
              <a:lnSpc>
                <a:spcPct val="117000"/>
              </a:lnSpc>
              <a:spcBef>
                <a:spcPts val="513"/>
              </a:spcBef>
              <a:tabLst/>
            </a:pP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7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innovative</a:t>
            </a:r>
            <a:r>
              <a:rPr sz="17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glue-filled</a:t>
            </a:r>
            <a:r>
              <a:rPr sz="17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seal</a:t>
            </a:r>
            <a:r>
              <a:rPr sz="17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7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surface of the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module.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 can well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on the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module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water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13334" algn="l" rtl="0" eaLnBrk="0">
              <a:lnSpc>
                <a:spcPct val="112000"/>
              </a:lnSpc>
              <a:tabLst/>
            </a:pP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</a:t>
            </a:r>
            <a:r>
              <a:rPr sz="17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advanced</a:t>
            </a:r>
            <a:r>
              <a:rPr sz="17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</a:t>
            </a:r>
            <a:r>
              <a:rPr sz="17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material</a:t>
            </a:r>
            <a:r>
              <a:rPr sz="17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7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cover</a:t>
            </a:r>
            <a:r>
              <a:rPr sz="17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</a:t>
            </a:r>
            <a:r>
              <a:rPr sz="17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lamp surface to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 effective</a:t>
            </a:r>
            <a:r>
              <a:rPr sz="17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protection.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Ultra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waterproof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IP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68.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424" name="picture 4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30101" y="2531905"/>
            <a:ext cx="3432522" cy="2533226"/>
          </a:xfrm>
          <a:prstGeom prst="rect">
            <a:avLst/>
          </a:prstGeom>
        </p:spPr>
      </p:pic>
      <p:sp>
        <p:nvSpPr>
          <p:cNvPr id="426" name="textbox 426"/>
          <p:cNvSpPr/>
          <p:nvPr/>
        </p:nvSpPr>
        <p:spPr>
          <a:xfrm>
            <a:off x="5497182" y="620521"/>
            <a:ext cx="5901690" cy="554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>
                <a:tab pos="4552315" algn="l"/>
              </a:tabLst>
            </a:pPr>
            <a:r>
              <a:rPr sz="4700" b="1" strike="sngStrike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4700" b="1" kern="0" spc="4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4700" b="1" kern="0" spc="-6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4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 4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0" name="picture 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866350" y="620521"/>
            <a:ext cx="10532744" cy="944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GOB LED Display</a:t>
            </a:r>
            <a:r>
              <a:rPr sz="3200" b="1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3200" b="1" strike="sngStrike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3200" b="1" strike="sngStrike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-2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7300" baseline="-3567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74000"/>
              </a:lnSpc>
              <a:spcBef>
                <a:spcPts val="380"/>
              </a:spcBef>
              <a:tabLst/>
            </a:pP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endParaRPr sz="3200" dirty="0">
              <a:latin typeface="Arial"/>
              <a:ea typeface="Arial"/>
              <a:cs typeface="Arial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848563" y="4275632"/>
            <a:ext cx="4582795" cy="1981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3000"/>
              </a:lnSpc>
              <a:tabLst/>
            </a:pP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23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Dust-Proof</a:t>
            </a: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Level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99000"/>
              </a:lnSpc>
              <a:spcBef>
                <a:spcPts val="517"/>
              </a:spcBef>
              <a:tabLst/>
            </a:pP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7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4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sealing</a:t>
            </a:r>
            <a:r>
              <a:rPr sz="1700" kern="0" spc="4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erformance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material</a:t>
            </a:r>
            <a:r>
              <a:rPr sz="1700" kern="0" spc="-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700" kern="0" spc="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GOB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screen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totally dust-free wit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 excellent clarity,</a:t>
            </a:r>
            <a:endParaRPr sz="1700" dirty="0">
              <a:latin typeface="Arial"/>
              <a:ea typeface="Arial"/>
              <a:cs typeface="Arial"/>
            </a:endParaRPr>
          </a:p>
          <a:p>
            <a:pPr marL="24129" indent="-6350" algn="l" rtl="0" eaLnBrk="0">
              <a:lnSpc>
                <a:spcPct val="110000"/>
              </a:lnSpc>
              <a:spcBef>
                <a:spcPts val="29"/>
              </a:spcBef>
              <a:tabLst/>
            </a:pP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offers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exc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ellent visual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effecrt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7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refresh rate and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uniformity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855472" y="2004872"/>
            <a:ext cx="4575175" cy="1540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83000"/>
              </a:lnSpc>
              <a:tabLst/>
            </a:pP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Shockproof</a:t>
            </a:r>
            <a:r>
              <a:rPr sz="23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9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111000"/>
              </a:lnSpc>
              <a:spcBef>
                <a:spcPts val="2"/>
              </a:spcBef>
              <a:tabLst/>
            </a:pPr>
            <a:r>
              <a:rPr sz="17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Special-designing</a:t>
            </a:r>
            <a:r>
              <a:rPr sz="17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dash-proof glue</a:t>
            </a:r>
            <a:r>
              <a:rPr sz="17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ble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shock-proof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function, offering ultra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protection for LE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Ds in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various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impacts.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438" name="picture 4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46211" y="1908048"/>
            <a:ext cx="3498700" cy="1402079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60351" y="4328159"/>
            <a:ext cx="2052325" cy="1663177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043325" y="4538538"/>
            <a:ext cx="1959085" cy="1396215"/>
          </a:xfrm>
          <a:prstGeom prst="rect">
            <a:avLst/>
          </a:prstGeom>
        </p:spPr>
      </p:pic>
      <p:pic>
        <p:nvPicPr>
          <p:cNvPr id="444" name="picture 4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914131" y="4579619"/>
            <a:ext cx="1804416" cy="13626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ect 4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8" name="textbox 448"/>
          <p:cNvSpPr/>
          <p:nvPr/>
        </p:nvSpPr>
        <p:spPr>
          <a:xfrm>
            <a:off x="497509" y="2065197"/>
            <a:ext cx="5041265" cy="4436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384" algn="l" rtl="0" eaLnBrk="0">
              <a:lnSpc>
                <a:spcPct val="75000"/>
              </a:lnSpc>
              <a:tabLst/>
            </a:pP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Excellent Visual</a:t>
            </a:r>
            <a:r>
              <a:rPr sz="23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</a:t>
            </a:r>
            <a:endParaRPr sz="2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indent="-3175" algn="l" rtl="0" eaLnBrk="0">
              <a:lnSpc>
                <a:spcPct val="108000"/>
              </a:lnSpc>
              <a:spcBef>
                <a:spcPts val="522"/>
              </a:spcBef>
              <a:tabLst/>
            </a:pP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new</a:t>
            </a:r>
            <a:r>
              <a:rPr sz="17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material</a:t>
            </a:r>
            <a:r>
              <a:rPr sz="17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glue</a:t>
            </a:r>
            <a:r>
              <a:rPr sz="17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does</a:t>
            </a:r>
            <a:r>
              <a:rPr sz="17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7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ly</a:t>
            </a:r>
            <a:r>
              <a:rPr sz="17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</a:t>
            </a:r>
            <a:r>
              <a:rPr sz="17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ultra-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transpa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rency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also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 excellent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thermal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conductivity.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6509" indent="3175" algn="l" rtl="0" eaLnBrk="0">
              <a:lnSpc>
                <a:spcPct val="105000"/>
              </a:lnSpc>
              <a:spcBef>
                <a:spcPts val="45"/>
              </a:spcBef>
              <a:tabLst/>
            </a:pP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Compared with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traditional</a:t>
            </a:r>
            <a:r>
              <a:rPr sz="17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les</a:t>
            </a:r>
            <a:r>
              <a:rPr sz="1700" kern="0" spc="-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7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GOB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 can also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lifelik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 colors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 visual appearan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ce.</a:t>
            </a:r>
            <a:endParaRPr sz="17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3271"/>
              </a:lnSpc>
              <a:spcBef>
                <a:spcPts val="1870"/>
              </a:spcBef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23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Used for</a:t>
            </a:r>
            <a:r>
              <a:rPr sz="23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Flexible</a:t>
            </a:r>
            <a:r>
              <a:rPr sz="23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23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endParaRPr sz="23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112000"/>
              </a:lnSpc>
              <a:spcBef>
                <a:spcPts val="1147"/>
              </a:spcBef>
              <a:tabLst/>
            </a:pP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GOB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technology</a:t>
            </a:r>
            <a:r>
              <a:rPr sz="1700" kern="0" spc="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700" kern="0" spc="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700" kern="0" spc="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</a:t>
            </a:r>
            <a:r>
              <a:rPr sz="17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700" kern="0" spc="4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used</a:t>
            </a:r>
            <a:r>
              <a:rPr sz="17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traditional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display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also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applied to the</a:t>
            </a:r>
            <a:r>
              <a:rPr sz="17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soft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module.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4604" indent="-1270" algn="l" rtl="0" eaLnBrk="0">
              <a:lnSpc>
                <a:spcPct val="102000"/>
              </a:lnSpc>
              <a:spcBef>
                <a:spcPts val="159"/>
              </a:spcBef>
              <a:tabLst/>
            </a:pP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This feat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ure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17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perfectly</a:t>
            </a:r>
            <a:r>
              <a:rPr sz="17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 soft</a:t>
            </a:r>
            <a:r>
              <a:rPr sz="17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LEDs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soft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panels don’t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masks.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866350" y="620521"/>
            <a:ext cx="10532744" cy="944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GOB LED Display</a:t>
            </a:r>
            <a:r>
              <a:rPr sz="3200" b="1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3200" b="1" strike="sngStrike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3200" b="1" strike="sngStrike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-2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7300" baseline="-3567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74000"/>
              </a:lnSpc>
              <a:spcBef>
                <a:spcPts val="380"/>
              </a:spcBef>
              <a:tabLst/>
            </a:pP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endParaRPr sz="3200" dirty="0">
              <a:latin typeface="Arial"/>
              <a:ea typeface="Arial"/>
              <a:cs typeface="Arial"/>
            </a:endParaRPr>
          </a:p>
        </p:txBody>
      </p:sp>
      <p:pic>
        <p:nvPicPr>
          <p:cNvPr id="452" name="picture 4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42432" y="2399967"/>
            <a:ext cx="1798320" cy="1201244"/>
          </a:xfrm>
          <a:prstGeom prst="rect">
            <a:avLst/>
          </a:prstGeom>
        </p:spPr>
      </p:pic>
      <p:pic>
        <p:nvPicPr>
          <p:cNvPr id="454" name="picture 4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06511" y="2427731"/>
            <a:ext cx="1879092" cy="1018032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091927" y="2427732"/>
            <a:ext cx="1584959" cy="1171955"/>
          </a:xfrm>
          <a:prstGeom prst="rect">
            <a:avLst/>
          </a:prstGeom>
        </p:spPr>
      </p:pic>
      <p:pic>
        <p:nvPicPr>
          <p:cNvPr id="458" name="picture 4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058814" y="4565278"/>
            <a:ext cx="873215" cy="1750803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805064" y="4907127"/>
            <a:ext cx="1802393" cy="796899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352613" y="4666792"/>
            <a:ext cx="1020617" cy="13661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rect 4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66" name="picture 4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21952" y="1848611"/>
            <a:ext cx="1955291" cy="640079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23859" y="1848611"/>
            <a:ext cx="1498092" cy="640079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86755" y="1848611"/>
            <a:ext cx="1524000" cy="640079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860804" y="1848611"/>
            <a:ext cx="1606295" cy="640079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8848" y="1848611"/>
            <a:ext cx="1171955" cy="640079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467100" y="1848611"/>
            <a:ext cx="1819655" cy="640079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810756" y="1848611"/>
            <a:ext cx="1213104" cy="640079"/>
          </a:xfrm>
          <a:prstGeom prst="rect">
            <a:avLst/>
          </a:prstGeom>
        </p:spPr>
      </p:pic>
      <p:graphicFrame>
        <p:nvGraphicFramePr>
          <p:cNvPr id="480" name="table 480"/>
          <p:cNvGraphicFramePr>
            <a:graphicFrameLocks noGrp="1"/>
          </p:cNvGraphicFramePr>
          <p:nvPr/>
        </p:nvGraphicFramePr>
        <p:xfrm>
          <a:off x="681990" y="1842770"/>
          <a:ext cx="10801350" cy="4492625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0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208*104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172*86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P3.076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104*52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482" name="textbox 482"/>
          <p:cNvSpPr/>
          <p:nvPr/>
        </p:nvSpPr>
        <p:spPr>
          <a:xfrm>
            <a:off x="854953" y="620521"/>
            <a:ext cx="10544175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320x160mm Series G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OB LED Screen Panel</a:t>
            </a:r>
            <a:r>
              <a:rPr sz="32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ct 4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86" name="picture 4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60804" y="1848611"/>
            <a:ext cx="1606295" cy="640079"/>
          </a:xfrm>
          <a:prstGeom prst="rect">
            <a:avLst/>
          </a:prstGeom>
        </p:spPr>
      </p:pic>
      <p:pic>
        <p:nvPicPr>
          <p:cNvPr id="488" name="picture 4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67100" y="1848611"/>
            <a:ext cx="1819655" cy="640079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86755" y="1848611"/>
            <a:ext cx="1524000" cy="640079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8848" y="1848611"/>
            <a:ext cx="1171955" cy="640079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10756" y="1848611"/>
            <a:ext cx="1213104" cy="640079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23859" y="1848611"/>
            <a:ext cx="1498092" cy="640079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1848611"/>
            <a:ext cx="1955291" cy="640079"/>
          </a:xfrm>
          <a:prstGeom prst="rect">
            <a:avLst/>
          </a:prstGeom>
        </p:spPr>
      </p:pic>
      <p:graphicFrame>
        <p:nvGraphicFramePr>
          <p:cNvPr id="500" name="table 500"/>
          <p:cNvGraphicFramePr>
            <a:graphicFrameLocks noGrp="1"/>
          </p:cNvGraphicFramePr>
          <p:nvPr/>
        </p:nvGraphicFramePr>
        <p:xfrm>
          <a:off x="681990" y="1842770"/>
          <a:ext cx="10801350" cy="3213099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0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P1.95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100*100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502" name="textbox 502"/>
          <p:cNvSpPr/>
          <p:nvPr/>
        </p:nvSpPr>
        <p:spPr>
          <a:xfrm>
            <a:off x="858617" y="620521"/>
            <a:ext cx="10540365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250x250mm Series GOB LED Display Panel       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rect 5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06" name="picture 5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8848" y="1848611"/>
            <a:ext cx="1171955" cy="640079"/>
          </a:xfrm>
          <a:prstGeom prst="rect">
            <a:avLst/>
          </a:prstGeom>
        </p:spPr>
      </p:pic>
      <p:pic>
        <p:nvPicPr>
          <p:cNvPr id="508" name="picture 5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60804" y="1848611"/>
            <a:ext cx="1606295" cy="640079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67100" y="1848611"/>
            <a:ext cx="1819655" cy="640079"/>
          </a:xfrm>
          <a:prstGeom prst="rect">
            <a:avLst/>
          </a:prstGeom>
        </p:spPr>
      </p:pic>
      <p:pic>
        <p:nvPicPr>
          <p:cNvPr id="512" name="picture 5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023859" y="1848611"/>
            <a:ext cx="1498092" cy="640079"/>
          </a:xfrm>
          <a:prstGeom prst="rect">
            <a:avLst/>
          </a:prstGeom>
        </p:spPr>
      </p:pic>
      <p:pic>
        <p:nvPicPr>
          <p:cNvPr id="514" name="picture 5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755" y="1848611"/>
            <a:ext cx="1524000" cy="640079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810756" y="1848611"/>
            <a:ext cx="1213104" cy="640079"/>
          </a:xfrm>
          <a:prstGeom prst="rect">
            <a:avLst/>
          </a:prstGeom>
        </p:spPr>
      </p:pic>
      <p:pic>
        <p:nvPicPr>
          <p:cNvPr id="518" name="picture 5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1848611"/>
            <a:ext cx="1955291" cy="640079"/>
          </a:xfrm>
          <a:prstGeom prst="rect">
            <a:avLst/>
          </a:prstGeom>
        </p:spPr>
      </p:pic>
      <p:graphicFrame>
        <p:nvGraphicFramePr>
          <p:cNvPr id="520" name="table 520"/>
          <p:cNvGraphicFramePr>
            <a:graphicFrameLocks noGrp="1"/>
          </p:cNvGraphicFramePr>
          <p:nvPr/>
        </p:nvGraphicFramePr>
        <p:xfrm>
          <a:off x="681990" y="1842770"/>
          <a:ext cx="10801350" cy="2573019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9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6375" indent="97789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</a:t>
                      </a:r>
                      <a:r>
                        <a:rPr sz="1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9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522" name="textbox 522"/>
          <p:cNvSpPr/>
          <p:nvPr/>
        </p:nvSpPr>
        <p:spPr>
          <a:xfrm>
            <a:off x="866350" y="620521"/>
            <a:ext cx="10532744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Other Series GOB LED Screen M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odule            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rect 5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6" name="textbox 526"/>
          <p:cNvSpPr/>
          <p:nvPr/>
        </p:nvSpPr>
        <p:spPr>
          <a:xfrm>
            <a:off x="0" y="0"/>
            <a:ext cx="2614929" cy="6858000"/>
          </a:xfrm>
          <a:prstGeom prst="rect">
            <a:avLst/>
          </a:pr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65835" algn="l" rtl="0" eaLnBrk="0">
              <a:lnSpc>
                <a:spcPct val="74000"/>
              </a:lnSpc>
              <a:tabLst/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ANTIX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528" name="picture 5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9966" y="1596561"/>
            <a:ext cx="5014053" cy="3386032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0" y="5565648"/>
            <a:ext cx="12192000" cy="1292351"/>
            <a:chOff x="0" y="0"/>
            <a:chExt cx="12192000" cy="1292351"/>
          </a:xfrm>
        </p:grpSpPr>
        <p:pic>
          <p:nvPicPr>
            <p:cNvPr id="530" name="picture 5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192000" cy="1292351"/>
            </a:xfrm>
            <a:prstGeom prst="rect">
              <a:avLst/>
            </a:prstGeom>
          </p:spPr>
        </p:pic>
        <p:sp>
          <p:nvSpPr>
            <p:cNvPr id="532" name="textbox 532"/>
            <p:cNvSpPr/>
            <p:nvPr/>
          </p:nvSpPr>
          <p:spPr>
            <a:xfrm>
              <a:off x="-12700" y="-12700"/>
              <a:ext cx="12217400" cy="1318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50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41655" algn="l" rtl="0" eaLnBrk="0">
                <a:lnSpc>
                  <a:spcPct val="69000"/>
                </a:lnSpc>
                <a:tabLst/>
              </a:pPr>
              <a:r>
                <a:rPr sz="46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PART</a:t>
              </a:r>
              <a:r>
                <a:rPr sz="4600" kern="0" spc="33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6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FOUR</a:t>
              </a:r>
              <a:endParaRPr sz="46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34" name="textbox 534"/>
          <p:cNvSpPr/>
          <p:nvPr/>
        </p:nvSpPr>
        <p:spPr>
          <a:xfrm>
            <a:off x="6115938" y="2651074"/>
            <a:ext cx="5131434" cy="2512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7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55750" algn="l" rtl="0" eaLnBrk="0">
              <a:lnSpc>
                <a:spcPct val="75000"/>
              </a:lnSpc>
              <a:tabLst/>
            </a:pPr>
            <a:r>
              <a:rPr sz="6500" b="1" kern="0" spc="-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6500" b="1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500" b="1" kern="0" spc="-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endParaRPr sz="6500" dirty="0">
              <a:latin typeface="Arial"/>
              <a:ea typeface="Arial"/>
              <a:cs typeface="Arial"/>
            </a:endParaRPr>
          </a:p>
          <a:p>
            <a:pPr marL="2033904" algn="l" rtl="0" eaLnBrk="0">
              <a:lnSpc>
                <a:spcPct val="74000"/>
              </a:lnSpc>
              <a:spcBef>
                <a:spcPts val="1809"/>
              </a:spcBef>
              <a:tabLst/>
            </a:pPr>
            <a:r>
              <a:rPr sz="6500" b="1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endParaRPr sz="6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891"/>
              </a:spcBef>
              <a:tabLst/>
            </a:pPr>
            <a:r>
              <a:rPr sz="5900" b="1" kern="0" spc="-9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r>
              <a:rPr sz="5900" b="1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10563" y="4750536"/>
            <a:ext cx="3820807" cy="111049"/>
          </a:xfrm>
          <a:prstGeom prst="rect">
            <a:avLst/>
          </a:prstGeom>
        </p:spPr>
      </p:pic>
      <p:pic>
        <p:nvPicPr>
          <p:cNvPr id="538" name="picture 5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69920" y="681990"/>
            <a:ext cx="7790815" cy="7619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239866" y="575527"/>
            <a:ext cx="253834" cy="20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rect 5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44" name="picture 5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46" name="textbox 546"/>
          <p:cNvSpPr/>
          <p:nvPr/>
        </p:nvSpPr>
        <p:spPr>
          <a:xfrm>
            <a:off x="723265" y="620521"/>
            <a:ext cx="10675619" cy="2081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1000"/>
              </a:lnSpc>
              <a:tabLst/>
            </a:pP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COB LED Display Module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</a:t>
            </a:r>
            <a:r>
              <a:rPr sz="7300" b="1" kern="0" spc="-5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7300" baseline="-3567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1"/>
              </a:lnSpc>
              <a:spcBef>
                <a:spcPts val="512"/>
              </a:spcBef>
              <a:tabLst/>
            </a:pP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700" kern="0" spc="2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display</a:t>
            </a:r>
            <a:r>
              <a:rPr sz="1700" kern="0" spc="2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</a:t>
            </a:r>
            <a:r>
              <a:rPr sz="17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ule,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17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700" kern="0" spc="2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2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r>
              <a:rPr sz="1700" kern="0" spc="2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using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7"/>
              </a:spcBef>
              <a:tabLst/>
            </a:pP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700" kern="0" spc="3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Chip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700" kern="0" spc="3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Board</a:t>
            </a:r>
            <a:r>
              <a:rPr sz="1700" kern="0" spc="5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700" kern="0" spc="3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packaging</a:t>
            </a:r>
            <a:r>
              <a:rPr sz="1700" kern="0" spc="2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technology</a:t>
            </a:r>
            <a:r>
              <a:rPr sz="1700" kern="0" spc="5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3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</a:t>
            </a:r>
            <a:r>
              <a:rPr sz="1700" kern="0" spc="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3200" b="1" kern="0" spc="5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发展规划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8" name="picture 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09459" y="2859443"/>
            <a:ext cx="4696968" cy="3320376"/>
          </a:xfrm>
          <a:prstGeom prst="rect">
            <a:avLst/>
          </a:prstGeom>
        </p:spPr>
      </p:pic>
      <p:sp>
        <p:nvSpPr>
          <p:cNvPr id="550" name="textbox 550"/>
          <p:cNvSpPr/>
          <p:nvPr/>
        </p:nvSpPr>
        <p:spPr>
          <a:xfrm>
            <a:off x="719150" y="2768574"/>
            <a:ext cx="5417184" cy="2444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07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56000"/>
              </a:lnSpc>
              <a:tabLst/>
            </a:pP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greater</a:t>
            </a:r>
            <a:r>
              <a:rPr sz="1700" kern="0" spc="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advantages</a:t>
            </a:r>
            <a:r>
              <a:rPr sz="1700" kern="0" spc="2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700" kern="0" spc="2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ffect</a:t>
            </a:r>
            <a:r>
              <a:rPr sz="1700" kern="0" spc="-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2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stability</a:t>
            </a:r>
            <a:r>
              <a:rPr sz="1700" kern="0" spc="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protection</a:t>
            </a:r>
            <a:r>
              <a:rPr sz="1700" kern="0" spc="-2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. The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screen</a:t>
            </a:r>
            <a:r>
              <a:rPr sz="17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displays</a:t>
            </a:r>
            <a:r>
              <a:rPr sz="1700" kern="0" spc="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17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delica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pictures</a:t>
            </a:r>
            <a:r>
              <a:rPr sz="1700" kern="0" spc="-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1700" kern="0" spc="2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7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example</a:t>
            </a:r>
            <a:r>
              <a:rPr sz="1700" kern="0" spc="-2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2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700" kern="0" spc="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700" kern="0" spc="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ed for</a:t>
            </a:r>
            <a:r>
              <a:rPr sz="1700" kern="0" spc="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</a:t>
            </a:r>
            <a:r>
              <a:rPr sz="17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confere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nce</a:t>
            </a:r>
            <a:r>
              <a:rPr sz="1700" kern="0" spc="2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room</a:t>
            </a:r>
            <a:r>
              <a:rPr sz="17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display, when watching</a:t>
            </a:r>
            <a:r>
              <a:rPr sz="1700" kern="0" spc="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definition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images</a:t>
            </a:r>
            <a:r>
              <a:rPr sz="1700" kern="0" spc="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1700" kern="0" spc="2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close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range</a:t>
            </a:r>
            <a:r>
              <a:rPr sz="1700" kern="0" spc="-2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 the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picture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7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still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clear and smoot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h.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rect 5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54" name="picture 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56" name="textbox 556"/>
          <p:cNvSpPr/>
          <p:nvPr/>
        </p:nvSpPr>
        <p:spPr>
          <a:xfrm>
            <a:off x="896019" y="4927319"/>
            <a:ext cx="10628630" cy="1764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ts val="2173"/>
              </a:lnSpc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Unlike traditional SMD surface-mount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packaging, COB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packaging technology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integrate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light-emitting chips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into</a:t>
            </a:r>
            <a:r>
              <a:rPr sz="15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PCB</a:t>
            </a:r>
            <a:endParaRPr sz="1500" dirty="0">
              <a:latin typeface="Arial"/>
              <a:ea typeface="Arial"/>
              <a:cs typeface="Arial"/>
            </a:endParaRPr>
          </a:p>
          <a:p>
            <a:pPr marL="328295" algn="l" rtl="0" eaLnBrk="0">
              <a:lnSpc>
                <a:spcPts val="2173"/>
              </a:lnSpc>
              <a:spcBef>
                <a:spcPts val="706"/>
              </a:spcBef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boards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instead of soldering them one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one on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PCB. Thi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packaging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 only</a:t>
            </a:r>
            <a:r>
              <a:rPr sz="15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simplifies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production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73"/>
              </a:lnSpc>
              <a:spcBef>
                <a:spcPts val="706"/>
              </a:spcBef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process,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 also significantly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improves the overall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 display.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packaging technology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generally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54634" algn="l" rtl="0" eaLnBrk="0">
              <a:lnSpc>
                <a:spcPts val="2173"/>
              </a:lnSpc>
              <a:spcBef>
                <a:spcPts val="706"/>
              </a:spcBef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divided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into COB flip-chip and COB front-mount. Compared with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traditional front-mount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technology,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flip-chi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428114" algn="l" rtl="0" eaLnBrk="0">
              <a:lnSpc>
                <a:spcPts val="2173"/>
              </a:lnSpc>
              <a:spcBef>
                <a:spcPts val="4"/>
              </a:spcBef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presents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 characteristics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appearance, size,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heat di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ssipation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performance, etc.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558" name="picture 5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96000" y="1620011"/>
            <a:ext cx="4594859" cy="2438400"/>
          </a:xfrm>
          <a:prstGeom prst="rect">
            <a:avLst/>
          </a:prstGeom>
        </p:spPr>
      </p:pic>
      <p:pic>
        <p:nvPicPr>
          <p:cNvPr id="560" name="picture 5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61060" y="1642871"/>
            <a:ext cx="4416552" cy="2417064"/>
          </a:xfrm>
          <a:prstGeom prst="rect">
            <a:avLst/>
          </a:prstGeom>
        </p:spPr>
      </p:pic>
      <p:sp>
        <p:nvSpPr>
          <p:cNvPr id="562" name="textbox 562"/>
          <p:cNvSpPr/>
          <p:nvPr/>
        </p:nvSpPr>
        <p:spPr>
          <a:xfrm>
            <a:off x="866350" y="620521"/>
            <a:ext cx="10532744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Packaging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Technology</a:t>
            </a:r>
            <a:r>
              <a:rPr sz="3200" b="1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200" b="1" strike="sngStrike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3200" b="1" strike="sngStrike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2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7300" baseline="-3567" dirty="0">
              <a:latin typeface="Arial"/>
              <a:ea typeface="Arial"/>
              <a:cs typeface="Arial"/>
            </a:endParaRPr>
          </a:p>
        </p:txBody>
      </p:sp>
      <p:sp>
        <p:nvSpPr>
          <p:cNvPr id="564" name="textbox 564"/>
          <p:cNvSpPr/>
          <p:nvPr/>
        </p:nvSpPr>
        <p:spPr>
          <a:xfrm>
            <a:off x="7283780" y="4301464"/>
            <a:ext cx="2064385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40" dirty="0">
                <a:solidFill>
                  <a:srgbClr val="FFBA55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Front-mounted COB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566" name="textbox 566"/>
          <p:cNvSpPr/>
          <p:nvPr/>
        </p:nvSpPr>
        <p:spPr>
          <a:xfrm>
            <a:off x="2347925" y="4369815"/>
            <a:ext cx="1429385" cy="240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700" kern="0" spc="20" dirty="0">
                <a:solidFill>
                  <a:srgbClr val="FFBA55">
                    <a:alpha val="100000"/>
                  </a:srgbClr>
                </a:solidFill>
                <a:latin typeface="Arial"/>
                <a:ea typeface="Arial"/>
                <a:cs typeface="Arial"/>
              </a:rPr>
              <a:t>Flip-chip</a:t>
            </a:r>
            <a:r>
              <a:rPr sz="1700" kern="0" spc="180" dirty="0">
                <a:solidFill>
                  <a:srgbClr val="FFBA5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BA55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rect 5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0" name="picture 5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8025" y="855979"/>
            <a:ext cx="10470515" cy="2847340"/>
          </a:xfrm>
          <a:prstGeom prst="rect">
            <a:avLst/>
          </a:prstGeom>
        </p:spPr>
      </p:pic>
      <p:pic>
        <p:nvPicPr>
          <p:cNvPr id="572" name="picture 5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06395" y="3614928"/>
            <a:ext cx="7773923" cy="3044951"/>
          </a:xfrm>
          <a:prstGeom prst="rect">
            <a:avLst/>
          </a:prstGeom>
        </p:spPr>
      </p:pic>
      <p:sp>
        <p:nvSpPr>
          <p:cNvPr id="574" name="textbox 574"/>
          <p:cNvSpPr/>
          <p:nvPr/>
        </p:nvSpPr>
        <p:spPr>
          <a:xfrm>
            <a:off x="880190" y="620521"/>
            <a:ext cx="10518775" cy="535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Excellent</a:t>
            </a:r>
            <a:r>
              <a:rPr sz="3200" b="1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3200" b="1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Effect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7300" b="1" kern="0" spc="33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7300" baseline="-3567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 5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78" name="picture 5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580" name="picture 5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8536" y="1962911"/>
            <a:ext cx="5740908" cy="3598163"/>
          </a:xfrm>
          <a:prstGeom prst="rect">
            <a:avLst/>
          </a:prstGeom>
        </p:spPr>
      </p:pic>
      <p:sp>
        <p:nvSpPr>
          <p:cNvPr id="582" name="textbox 582"/>
          <p:cNvSpPr/>
          <p:nvPr/>
        </p:nvSpPr>
        <p:spPr>
          <a:xfrm>
            <a:off x="6704894" y="1966950"/>
            <a:ext cx="4585970" cy="3362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810" algn="l" rtl="0" eaLnBrk="0">
              <a:lnSpc>
                <a:spcPct val="157000"/>
              </a:lnSpc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 technology significantly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reduces the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ackage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size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500" kern="0" spc="2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</a:t>
            </a:r>
            <a:r>
              <a:rPr sz="1500" kern="0" spc="-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. This</a:t>
            </a:r>
            <a:r>
              <a:rPr sz="1500" kern="0" spc="2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</a:t>
            </a:r>
            <a:r>
              <a:rPr sz="1500" kern="0" spc="2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improves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the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overall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 and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reliabilit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y of LED displays,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but</a:t>
            </a:r>
            <a:r>
              <a:rPr sz="15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also</a:t>
            </a:r>
            <a:r>
              <a:rPr sz="15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kes</a:t>
            </a:r>
            <a:r>
              <a:rPr sz="1500" kern="0" spc="3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5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displays</a:t>
            </a:r>
            <a:r>
              <a:rPr sz="1500" kern="0" spc="2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lighter,</a:t>
            </a:r>
            <a:r>
              <a:rPr sz="1500" kern="0" spc="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easier</a:t>
            </a:r>
            <a:r>
              <a:rPr sz="1500" kern="0" spc="2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install and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maintain.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156000"/>
              </a:lnSpc>
              <a:spcBef>
                <a:spcPts val="1"/>
              </a:spcBef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500" kern="0" spc="2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5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a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higher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protection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level,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good waterproof and</a:t>
            </a:r>
            <a:r>
              <a:rPr sz="15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moistu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re-proof performance,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5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500" kern="0" spc="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smooth</a:t>
            </a:r>
            <a:r>
              <a:rPr sz="15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500" kern="0" spc="3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hard</a:t>
            </a:r>
            <a:r>
              <a:rPr sz="15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surface</a:t>
            </a:r>
            <a:r>
              <a:rPr sz="1500" kern="0" spc="-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2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500" kern="0" spc="3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500" kern="0" spc="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anti-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collision and anti-bum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584" name="textbox 584"/>
          <p:cNvSpPr/>
          <p:nvPr/>
        </p:nvSpPr>
        <p:spPr>
          <a:xfrm>
            <a:off x="861059" y="620521"/>
            <a:ext cx="10537825" cy="535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Stability and Protection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3200" b="1" strike="sngStrike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10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7300" baseline="-3567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rect 5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88" name="picture 5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90" name="textbox 590"/>
          <p:cNvSpPr/>
          <p:nvPr/>
        </p:nvSpPr>
        <p:spPr>
          <a:xfrm>
            <a:off x="575228" y="620521"/>
            <a:ext cx="10823575" cy="275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3200" b="1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Definition</a:t>
            </a:r>
            <a:r>
              <a:rPr sz="3200" b="1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3200" b="1" strike="sngStrike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3200" b="1" strike="sngStrike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</a:t>
            </a: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6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7300" baseline="-3567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8254" algn="l" rtl="0" eaLnBrk="0">
              <a:lnSpc>
                <a:spcPct val="156000"/>
              </a:lnSpc>
              <a:spcBef>
                <a:spcPts val="2"/>
              </a:spcBef>
              <a:tabLst/>
            </a:pP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 do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 the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lamp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bead structure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traditional SMD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packages, achieving</a:t>
            </a:r>
            <a:r>
              <a:rPr sz="15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smaller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pix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el</a:t>
            </a:r>
            <a:r>
              <a:rPr sz="15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pitch.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pixel</a:t>
            </a:r>
            <a:r>
              <a:rPr sz="15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pitch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COB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screens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500" kern="0" spc="1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usually</a:t>
            </a:r>
            <a:r>
              <a:rPr sz="15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below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2.0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0.62,</a:t>
            </a:r>
            <a:r>
              <a:rPr sz="15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P0.78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P0.93,</a:t>
            </a:r>
            <a:r>
              <a:rPr sz="15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P1.25,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5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1.53,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which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incomparable advantages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the fiel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 of ultra-high-definition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display.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Smaller</a:t>
            </a:r>
            <a:r>
              <a:rPr sz="15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dot</a:t>
            </a:r>
            <a:r>
              <a:rPr sz="15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pitch</a:t>
            </a:r>
            <a:r>
              <a:rPr sz="15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means</a:t>
            </a:r>
            <a:r>
              <a:rPr sz="1500" kern="0" spc="1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higher</a:t>
            </a:r>
            <a:r>
              <a:rPr sz="1500" kern="0" spc="1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pixel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density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5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finer image</a:t>
            </a:r>
            <a:r>
              <a:rPr sz="15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performance, which can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meet the audience’s demand for</a:t>
            </a:r>
            <a:r>
              <a:rPr sz="15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high-defin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ition</a:t>
            </a:r>
            <a:r>
              <a:rPr sz="15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picture</a:t>
            </a:r>
            <a:r>
              <a:rPr sz="15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592" name="picture 5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0553" y="3786544"/>
            <a:ext cx="3898887" cy="2746379"/>
          </a:xfrm>
          <a:prstGeom prst="rect">
            <a:avLst/>
          </a:prstGeom>
        </p:spPr>
      </p:pic>
      <p:pic>
        <p:nvPicPr>
          <p:cNvPr id="594" name="picture 5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62700" y="4126322"/>
            <a:ext cx="4213428" cy="18872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rect 5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98" name="picture 5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40051" y="2244852"/>
            <a:ext cx="1604772" cy="640079"/>
          </a:xfrm>
          <a:prstGeom prst="rect">
            <a:avLst/>
          </a:prstGeom>
        </p:spPr>
      </p:pic>
      <p:pic>
        <p:nvPicPr>
          <p:cNvPr id="600" name="picture 6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6572" y="2244852"/>
            <a:ext cx="1173480" cy="640079"/>
          </a:xfrm>
          <a:prstGeom prst="rect">
            <a:avLst/>
          </a:prstGeom>
        </p:spPr>
      </p:pic>
      <p:pic>
        <p:nvPicPr>
          <p:cNvPr id="602" name="picture 6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4823" y="2244852"/>
            <a:ext cx="1819655" cy="640079"/>
          </a:xfrm>
          <a:prstGeom prst="rect">
            <a:avLst/>
          </a:prstGeom>
        </p:spPr>
      </p:pic>
      <p:pic>
        <p:nvPicPr>
          <p:cNvPr id="604" name="picture 6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64479" y="2244852"/>
            <a:ext cx="1524000" cy="640079"/>
          </a:xfrm>
          <a:prstGeom prst="rect">
            <a:avLst/>
          </a:prstGeom>
        </p:spPr>
      </p:pic>
      <p:pic>
        <p:nvPicPr>
          <p:cNvPr id="606" name="picture 6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88480" y="2244852"/>
            <a:ext cx="1214628" cy="640079"/>
          </a:xfrm>
          <a:prstGeom prst="rect">
            <a:avLst/>
          </a:prstGeom>
        </p:spPr>
      </p:pic>
      <p:pic>
        <p:nvPicPr>
          <p:cNvPr id="608" name="picture 6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03107" y="2244852"/>
            <a:ext cx="1496568" cy="640079"/>
          </a:xfrm>
          <a:prstGeom prst="rect">
            <a:avLst/>
          </a:prstGeom>
        </p:spPr>
      </p:pic>
      <p:pic>
        <p:nvPicPr>
          <p:cNvPr id="610" name="picture 6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99676" y="2244852"/>
            <a:ext cx="1956816" cy="640079"/>
          </a:xfrm>
          <a:prstGeom prst="rect">
            <a:avLst/>
          </a:prstGeom>
        </p:spPr>
      </p:pic>
      <p:graphicFrame>
        <p:nvGraphicFramePr>
          <p:cNvPr id="612" name="table 612"/>
          <p:cNvGraphicFramePr>
            <a:graphicFrameLocks noGrp="1"/>
          </p:cNvGraphicFramePr>
          <p:nvPr/>
        </p:nvGraphicFramePr>
        <p:xfrm>
          <a:off x="760094" y="2237740"/>
          <a:ext cx="10801985" cy="1844675"/>
        </p:xfrm>
        <a:graphic>
          <a:graphicData uri="http://schemas.openxmlformats.org/drawingml/2006/table">
            <a:tbl>
              <a:tblPr/>
              <a:tblGrid>
                <a:gridCol w="1179195"/>
                <a:gridCol w="1605280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96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0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56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879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0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208*104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56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0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48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172*86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56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614" name="textbox 614"/>
          <p:cNvSpPr/>
          <p:nvPr/>
        </p:nvSpPr>
        <p:spPr>
          <a:xfrm>
            <a:off x="854953" y="620521"/>
            <a:ext cx="10544175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320x160mm Ser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ies COB LED Display Module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rect 6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18" name="picture 6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6572" y="2244852"/>
            <a:ext cx="1173480" cy="640079"/>
          </a:xfrm>
          <a:prstGeom prst="rect">
            <a:avLst/>
          </a:prstGeom>
        </p:spPr>
      </p:pic>
      <p:pic>
        <p:nvPicPr>
          <p:cNvPr id="620" name="picture 6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40051" y="2244852"/>
            <a:ext cx="1604772" cy="640079"/>
          </a:xfrm>
          <a:prstGeom prst="rect">
            <a:avLst/>
          </a:prstGeom>
        </p:spPr>
      </p:pic>
      <p:pic>
        <p:nvPicPr>
          <p:cNvPr id="622" name="picture 6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4823" y="2244852"/>
            <a:ext cx="1819655" cy="640079"/>
          </a:xfrm>
          <a:prstGeom prst="rect">
            <a:avLst/>
          </a:prstGeom>
        </p:spPr>
      </p:pic>
      <p:pic>
        <p:nvPicPr>
          <p:cNvPr id="624" name="picture 6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64479" y="2244852"/>
            <a:ext cx="1524000" cy="640079"/>
          </a:xfrm>
          <a:prstGeom prst="rect">
            <a:avLst/>
          </a:prstGeom>
        </p:spPr>
      </p:pic>
      <p:pic>
        <p:nvPicPr>
          <p:cNvPr id="626" name="picture 6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88480" y="2244852"/>
            <a:ext cx="1214628" cy="640079"/>
          </a:xfrm>
          <a:prstGeom prst="rect">
            <a:avLst/>
          </a:prstGeom>
        </p:spPr>
      </p:pic>
      <p:pic>
        <p:nvPicPr>
          <p:cNvPr id="628" name="picture 6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03107" y="2244852"/>
            <a:ext cx="1496568" cy="640079"/>
          </a:xfrm>
          <a:prstGeom prst="rect">
            <a:avLst/>
          </a:prstGeom>
        </p:spPr>
      </p:pic>
      <p:pic>
        <p:nvPicPr>
          <p:cNvPr id="630" name="picture 6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99676" y="2244852"/>
            <a:ext cx="1956816" cy="640079"/>
          </a:xfrm>
          <a:prstGeom prst="rect">
            <a:avLst/>
          </a:prstGeom>
        </p:spPr>
      </p:pic>
      <p:graphicFrame>
        <p:nvGraphicFramePr>
          <p:cNvPr id="632" name="table 632"/>
          <p:cNvGraphicFramePr>
            <a:graphicFrameLocks noGrp="1"/>
          </p:cNvGraphicFramePr>
          <p:nvPr/>
        </p:nvGraphicFramePr>
        <p:xfrm>
          <a:off x="760094" y="2237740"/>
          <a:ext cx="10801985" cy="3050540"/>
        </p:xfrm>
        <a:graphic>
          <a:graphicData uri="http://schemas.openxmlformats.org/drawingml/2006/table">
            <a:tbl>
              <a:tblPr/>
              <a:tblGrid>
                <a:gridCol w="1179195"/>
                <a:gridCol w="1605280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96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P0.62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242*272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879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P0.78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192*216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P0.93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120*135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96*108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83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Flip chip</a:t>
                      </a:r>
                      <a:r>
                        <a:rPr sz="1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80*90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3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634" name="textbox 634"/>
          <p:cNvSpPr/>
          <p:nvPr/>
        </p:nvSpPr>
        <p:spPr>
          <a:xfrm>
            <a:off x="589278" y="620521"/>
            <a:ext cx="10809605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150×168.75mm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 COB LED Display Module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rect 6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8" name="rect 638"/>
          <p:cNvSpPr/>
          <p:nvPr/>
        </p:nvSpPr>
        <p:spPr>
          <a:xfrm>
            <a:off x="0" y="0"/>
            <a:ext cx="2614295" cy="6858000"/>
          </a:xfrm>
          <a:prstGeom prst="rect">
            <a:avLst/>
          </a:pr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0" y="5565648"/>
            <a:ext cx="12192000" cy="1292351"/>
            <a:chOff x="0" y="0"/>
            <a:chExt cx="12192000" cy="1292351"/>
          </a:xfrm>
        </p:grpSpPr>
        <p:pic>
          <p:nvPicPr>
            <p:cNvPr id="640" name="picture 6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92000" cy="1292351"/>
            </a:xfrm>
            <a:prstGeom prst="rect">
              <a:avLst/>
            </a:prstGeom>
          </p:spPr>
        </p:pic>
        <p:sp>
          <p:nvSpPr>
            <p:cNvPr id="642" name="textbox 642"/>
            <p:cNvSpPr/>
            <p:nvPr/>
          </p:nvSpPr>
          <p:spPr>
            <a:xfrm>
              <a:off x="-12700" y="-12700"/>
              <a:ext cx="12217400" cy="1318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41655" algn="l" rtl="0" eaLnBrk="0">
                <a:lnSpc>
                  <a:spcPct val="68000"/>
                </a:lnSpc>
                <a:tabLst/>
              </a:pPr>
              <a:r>
                <a:rPr sz="45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PART</a:t>
              </a:r>
              <a:r>
                <a:rPr sz="4500" kern="0" spc="27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5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</a:t>
              </a:r>
              <a:r>
                <a:rPr sz="4500" kern="0" spc="22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5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VE</a:t>
              </a:r>
              <a:endParaRPr sz="4500" dirty="0">
                <a:latin typeface="Arial"/>
                <a:ea typeface="Arial"/>
                <a:cs typeface="Arial"/>
              </a:endParaRPr>
            </a:p>
          </p:txBody>
        </p:sp>
        <p:pic>
          <p:nvPicPr>
            <p:cNvPr id="644" name="picture 6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658478" y="464032"/>
              <a:ext cx="124993" cy="469188"/>
            </a:xfrm>
            <a:prstGeom prst="rect">
              <a:avLst/>
            </a:prstGeom>
          </p:spPr>
        </p:pic>
      </p:grpSp>
      <p:sp>
        <p:nvSpPr>
          <p:cNvPr id="646" name="textbox 646"/>
          <p:cNvSpPr/>
          <p:nvPr/>
        </p:nvSpPr>
        <p:spPr>
          <a:xfrm>
            <a:off x="6115938" y="2615869"/>
            <a:ext cx="5131434" cy="2547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0855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6500" b="1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 LED</a:t>
            </a:r>
            <a:endParaRPr sz="6500" dirty="0">
              <a:latin typeface="Arial"/>
              <a:ea typeface="Arial"/>
              <a:cs typeface="Arial"/>
            </a:endParaRPr>
          </a:p>
          <a:p>
            <a:pPr marL="2033904" algn="l" rtl="0" eaLnBrk="0">
              <a:lnSpc>
                <a:spcPct val="74000"/>
              </a:lnSpc>
              <a:spcBef>
                <a:spcPts val="2149"/>
              </a:spcBef>
              <a:tabLst/>
            </a:pPr>
            <a:r>
              <a:rPr sz="6500" b="1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endParaRPr sz="6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891"/>
              </a:spcBef>
              <a:tabLst/>
            </a:pPr>
            <a:r>
              <a:rPr sz="5900" b="1" kern="0" spc="-9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r>
              <a:rPr sz="5900" b="1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648" name="picture 6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10563" y="4750536"/>
            <a:ext cx="3820807" cy="111049"/>
          </a:xfrm>
          <a:prstGeom prst="rect">
            <a:avLst/>
          </a:prstGeom>
        </p:spPr>
      </p:pic>
      <p:pic>
        <p:nvPicPr>
          <p:cNvPr id="650" name="picture 6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33373" y="1992352"/>
            <a:ext cx="2156402" cy="2402031"/>
          </a:xfrm>
          <a:prstGeom prst="rect">
            <a:avLst/>
          </a:prstGeom>
        </p:spPr>
      </p:pic>
      <p:sp>
        <p:nvSpPr>
          <p:cNvPr id="652" name="textbox 652"/>
          <p:cNvSpPr/>
          <p:nvPr/>
        </p:nvSpPr>
        <p:spPr>
          <a:xfrm>
            <a:off x="953155" y="562827"/>
            <a:ext cx="10553700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1"/>
              </a:spcBef>
              <a:tabLst>
                <a:tab pos="10006965" algn="l"/>
              </a:tabLst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ANTIX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4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654" name="picture 6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236638" y="575527"/>
            <a:ext cx="253834" cy="203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rect 6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58" name="picture 6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60" name="textbox 660"/>
          <p:cNvSpPr/>
          <p:nvPr/>
        </p:nvSpPr>
        <p:spPr>
          <a:xfrm>
            <a:off x="711834" y="1945614"/>
            <a:ext cx="5427345" cy="2783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41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15240" algn="l" rtl="0" eaLnBrk="0">
              <a:lnSpc>
                <a:spcPct val="148000"/>
              </a:lnSpc>
              <a:tabLst/>
            </a:pP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2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Refresh</a:t>
            </a:r>
            <a:r>
              <a:rPr sz="1700" kern="0" spc="2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</a:t>
            </a:r>
            <a:r>
              <a:rPr sz="1700" kern="0" spc="2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</a:t>
            </a:r>
            <a:r>
              <a:rPr sz="1700" kern="0" spc="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reen</a:t>
            </a:r>
            <a:r>
              <a:rPr sz="1700" kern="0" spc="2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1700" kern="0" spc="-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7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sz="17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700" kern="0" spc="2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</a:t>
            </a:r>
            <a:r>
              <a:rPr sz="1700" kern="0" spc="2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SMD</a:t>
            </a:r>
            <a:r>
              <a:rPr sz="17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</a:t>
            </a:r>
            <a:r>
              <a:rPr sz="1700" kern="0" spc="2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7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Including</a:t>
            </a:r>
            <a:r>
              <a:rPr sz="1700" kern="0" spc="3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4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700" kern="0" spc="4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</a:t>
            </a:r>
            <a:r>
              <a:rPr sz="1700" kern="0" spc="3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Cables</a:t>
            </a:r>
            <a:r>
              <a:rPr sz="1700" kern="0" spc="3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3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2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Years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Warranty,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53000"/>
              </a:lnSpc>
              <a:spcBef>
                <a:spcPts val="339"/>
              </a:spcBef>
              <a:tabLst/>
            </a:pP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700" kern="0" spc="4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3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</a:t>
            </a:r>
            <a:r>
              <a:rPr sz="17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700" kern="0" spc="4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</a:t>
            </a:r>
            <a:r>
              <a:rPr sz="1700" kern="0" spc="3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Contrast</a:t>
            </a:r>
            <a:r>
              <a:rPr sz="1700" kern="0" spc="3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3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uniformity to</a:t>
            </a:r>
            <a:r>
              <a:rPr sz="17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ensure the</a:t>
            </a:r>
            <a:r>
              <a:rPr sz="1700" kern="0" spc="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</a:t>
            </a:r>
            <a:r>
              <a:rPr sz="1700" kern="0" spc="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xcellent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effect.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662" name="picture 6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27057" y="3354634"/>
            <a:ext cx="2180168" cy="2672262"/>
          </a:xfrm>
          <a:prstGeom prst="rect">
            <a:avLst/>
          </a:prstGeom>
        </p:spPr>
      </p:pic>
      <p:sp>
        <p:nvSpPr>
          <p:cNvPr id="664" name="textbox 664"/>
          <p:cNvSpPr/>
          <p:nvPr/>
        </p:nvSpPr>
        <p:spPr>
          <a:xfrm>
            <a:off x="880190" y="620521"/>
            <a:ext cx="10518775" cy="535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Indoor LED Display Module</a:t>
            </a:r>
            <a:r>
              <a:rPr sz="32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3200" b="1" strike="sngStrike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</a:t>
            </a:r>
            <a:r>
              <a:rPr sz="3200" b="1" strike="sngStrike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7300" b="1" kern="0" spc="-3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7300" baseline="-3567" dirty="0">
              <a:latin typeface="Arial"/>
              <a:ea typeface="Arial"/>
              <a:cs typeface="Arial"/>
            </a:endParaRPr>
          </a:p>
        </p:txBody>
      </p:sp>
      <p:sp>
        <p:nvSpPr>
          <p:cNvPr id="666" name="textbox 666"/>
          <p:cNvSpPr/>
          <p:nvPr/>
        </p:nvSpPr>
        <p:spPr>
          <a:xfrm>
            <a:off x="8637307" y="2256690"/>
            <a:ext cx="2309495" cy="859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发展规划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2100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DEV飞OP</a:t>
            </a:r>
            <a:r>
              <a:rPr sz="21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</a:t>
            </a:r>
            <a:endParaRPr sz="2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picture 6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70" name="textbox 670"/>
          <p:cNvSpPr/>
          <p:nvPr/>
        </p:nvSpPr>
        <p:spPr>
          <a:xfrm>
            <a:off x="3433571" y="5314188"/>
            <a:ext cx="2658110" cy="789940"/>
          </a:xfrm>
          <a:prstGeom prst="rect">
            <a:avLst/>
          </a:pr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73430" algn="l" rtl="0" eaLnBrk="0">
              <a:lnSpc>
                <a:spcPct val="76000"/>
              </a:lnSpc>
              <a:spcBef>
                <a:spcPts val="2"/>
              </a:spcBef>
              <a:tabLst/>
            </a:pP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IC Driver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672" name="rect 6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4" name="textbox 674"/>
          <p:cNvSpPr/>
          <p:nvPr/>
        </p:nvSpPr>
        <p:spPr>
          <a:xfrm>
            <a:off x="718920" y="2338425"/>
            <a:ext cx="2459989" cy="274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4470" algn="l" rtl="0" eaLnBrk="0">
              <a:lnSpc>
                <a:spcPts val="2046"/>
              </a:lnSpc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 indoor</a:t>
            </a:r>
            <a:r>
              <a:rPr sz="1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endParaRPr sz="1500" dirty="0">
              <a:latin typeface="Arial"/>
              <a:ea typeface="Arial"/>
              <a:cs typeface="Arial"/>
            </a:endParaRPr>
          </a:p>
          <a:p>
            <a:pPr marL="36830" algn="l" rtl="0" eaLnBrk="0">
              <a:lnSpc>
                <a:spcPts val="2046"/>
              </a:lnSpc>
              <a:tabLst/>
            </a:pP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modules, we choo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</a:t>
            </a:r>
            <a:endParaRPr sz="1500" dirty="0">
              <a:latin typeface="Arial"/>
              <a:ea typeface="Arial"/>
              <a:cs typeface="Arial"/>
            </a:endParaRPr>
          </a:p>
          <a:p>
            <a:pPr marL="913764" algn="l" rtl="0" eaLnBrk="0">
              <a:lnSpc>
                <a:spcPct val="82000"/>
              </a:lnSpc>
              <a:spcBef>
                <a:spcPts val="225"/>
              </a:spcBef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endParaRPr sz="1500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ts val="2138"/>
              </a:lnSpc>
              <a:tabLst/>
            </a:pP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Nationstar/Kinglight/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Hongs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82000"/>
              </a:lnSpc>
              <a:spcBef>
                <a:spcPts val="217"/>
              </a:spcBef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</a:t>
            </a:r>
            <a:r>
              <a:rPr sz="15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LEDs from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Lamps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20"/>
              </a:lnSpc>
              <a:tabLst/>
            </a:pP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Factory dir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ectly which</a:t>
            </a:r>
            <a:r>
              <a:rPr sz="15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have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05740" algn="l" rtl="0" eaLnBrk="0">
              <a:lnSpc>
                <a:spcPts val="1920"/>
              </a:lnSpc>
              <a:tabLst/>
            </a:pP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color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contrast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500" dirty="0">
              <a:latin typeface="Arial"/>
              <a:ea typeface="Arial"/>
              <a:cs typeface="Arial"/>
            </a:endParaRPr>
          </a:p>
          <a:p>
            <a:pPr marL="53339" algn="l" rtl="0" eaLnBrk="0">
              <a:lnSpc>
                <a:spcPts val="1919"/>
              </a:lnSpc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 color</a:t>
            </a:r>
            <a:r>
              <a:rPr sz="15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uniformity so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ts val="1920"/>
              </a:lnSpc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5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meet the</a:t>
            </a:r>
            <a:r>
              <a:rPr sz="1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 for</a:t>
            </a:r>
            <a:r>
              <a:rPr sz="15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10820" algn="l" rtl="0" eaLnBrk="0">
              <a:lnSpc>
                <a:spcPts val="2046"/>
              </a:lnSpc>
              <a:tabLst/>
            </a:pP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grayscale and</a:t>
            </a:r>
            <a:r>
              <a:rPr sz="1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ke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eping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39444" algn="l" rtl="0" eaLnBrk="0">
              <a:lnSpc>
                <a:spcPct val="74000"/>
              </a:lnSpc>
              <a:spcBef>
                <a:spcPts val="5"/>
              </a:spcBef>
              <a:tabLst/>
            </a:pP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natural color.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676" name="textbox 676"/>
          <p:cNvSpPr/>
          <p:nvPr/>
        </p:nvSpPr>
        <p:spPr>
          <a:xfrm>
            <a:off x="9366152" y="2243809"/>
            <a:ext cx="2345689" cy="2740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6220" algn="l" rtl="0" eaLnBrk="0">
              <a:lnSpc>
                <a:spcPts val="2046"/>
              </a:lnSpc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Eagerled</a:t>
            </a:r>
            <a:r>
              <a:rPr sz="15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oor</a:t>
            </a:r>
            <a:r>
              <a:rPr sz="15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20"/>
              </a:lnSpc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15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 all</a:t>
            </a:r>
            <a:r>
              <a:rPr sz="1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pixel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93039" algn="l" rtl="0" eaLnBrk="0">
              <a:lnSpc>
                <a:spcPts val="1919"/>
              </a:lnSpc>
              <a:tabLst/>
            </a:pP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 from</a:t>
            </a:r>
            <a:r>
              <a:rPr sz="15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P2mm,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427355" algn="l" rtl="0" eaLnBrk="0">
              <a:lnSpc>
                <a:spcPts val="1919"/>
              </a:lnSpc>
              <a:tabLst/>
            </a:pP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P2.5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P3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370840" algn="l" rtl="0" eaLnBrk="0">
              <a:lnSpc>
                <a:spcPts val="1920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P3.91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P4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9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P4.81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P5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P6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44779" algn="l" rtl="0" eaLnBrk="0">
              <a:lnSpc>
                <a:spcPts val="2046"/>
              </a:lnSpc>
              <a:tabLst/>
            </a:pP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P7.72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1000"/>
              </a:lnSpc>
              <a:spcBef>
                <a:spcPts val="235"/>
              </a:spcBef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small</a:t>
            </a:r>
            <a:r>
              <a:rPr sz="15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pixel series such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44779" algn="l" rtl="0" eaLnBrk="0">
              <a:lnSpc>
                <a:spcPts val="2020"/>
              </a:lnSpc>
              <a:tabLst/>
            </a:pP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P1.875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P1.25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16839" algn="l" rtl="0" eaLnBrk="0">
              <a:lnSpc>
                <a:spcPts val="1920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P1.538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P1.667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557530" algn="l" rtl="0" eaLnBrk="0">
              <a:lnSpc>
                <a:spcPts val="2046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P1.86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678" name="textbox 678"/>
          <p:cNvSpPr/>
          <p:nvPr/>
        </p:nvSpPr>
        <p:spPr>
          <a:xfrm>
            <a:off x="6340779" y="2357246"/>
            <a:ext cx="2503804" cy="2510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07000"/>
              </a:lnSpc>
              <a:tabLst/>
            </a:pP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700" kern="0" spc="-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Hours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</a:t>
            </a:r>
            <a:r>
              <a:rPr sz="1700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(white</a:t>
            </a:r>
            <a:r>
              <a:rPr sz="1700" kern="0" spc="4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bal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ance</a:t>
            </a:r>
            <a:r>
              <a:rPr sz="1700" kern="0" spc="4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aging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(2×24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hours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video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aging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700" kern="0" spc="-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-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ours</a:t>
            </a:r>
            <a:r>
              <a:rPr sz="17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700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7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improve</a:t>
            </a:r>
            <a:r>
              <a:rPr sz="17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reliability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</a:t>
            </a:r>
            <a:r>
              <a:rPr sz="17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 and ensure</a:t>
            </a:r>
            <a:r>
              <a:rPr sz="17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7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broken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leds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680" name="textbox 680"/>
          <p:cNvSpPr/>
          <p:nvPr/>
        </p:nvSpPr>
        <p:spPr>
          <a:xfrm>
            <a:off x="3491202" y="2567025"/>
            <a:ext cx="2521585" cy="2234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810" algn="l" rtl="0" eaLnBrk="0">
              <a:lnSpc>
                <a:spcPct val="107000"/>
              </a:lnSpc>
              <a:spcBef>
                <a:spcPts val="1"/>
              </a:spcBef>
              <a:tabLst/>
            </a:pP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5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achieve th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5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</a:t>
            </a:r>
            <a:r>
              <a:rPr sz="15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rfo</a:t>
            </a:r>
            <a:r>
              <a:rPr sz="15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1500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</a:t>
            </a:r>
            <a:r>
              <a:rPr sz="15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500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ce  of  L</a:t>
            </a:r>
            <a:r>
              <a:rPr sz="1500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r>
              <a:rPr sz="15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500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500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</a:t>
            </a:r>
            <a:r>
              <a:rPr sz="15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5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15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1500" kern="0" spc="-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15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 the</a:t>
            </a:r>
            <a:r>
              <a:rPr sz="1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Driving</a:t>
            </a:r>
            <a:r>
              <a:rPr sz="15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IC,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15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MIB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5153,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MBI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5124,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ICN2153</a:t>
            </a:r>
            <a:r>
              <a:rPr sz="1500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ICN203</a:t>
            </a:r>
            <a:r>
              <a:rPr sz="1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8S</a:t>
            </a:r>
            <a:r>
              <a:rPr sz="15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5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refres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15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</a:t>
            </a:r>
            <a:r>
              <a:rPr sz="15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5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grey</a:t>
            </a:r>
            <a:r>
              <a:rPr sz="1500" kern="0" spc="4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</a:t>
            </a:r>
            <a:r>
              <a:rPr sz="15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5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5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latest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technologies.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682" name="textbox 682"/>
          <p:cNvSpPr/>
          <p:nvPr/>
        </p:nvSpPr>
        <p:spPr>
          <a:xfrm>
            <a:off x="725249" y="620521"/>
            <a:ext cx="10673715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Indoor</a:t>
            </a:r>
            <a:r>
              <a:rPr sz="3200" b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3200" b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Screen</a:t>
            </a:r>
            <a:r>
              <a:rPr sz="3200" b="1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Panel</a:t>
            </a:r>
            <a:r>
              <a:rPr sz="3200" b="1" strike="sngStrike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3200" b="1" strike="sngStrike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</a:t>
            </a:r>
            <a:r>
              <a:rPr sz="3200" b="1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4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7300" baseline="-3567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684" name="table 684"/>
          <p:cNvGraphicFramePr>
            <a:graphicFrameLocks noGrp="1"/>
          </p:cNvGraphicFramePr>
          <p:nvPr/>
        </p:nvGraphicFramePr>
        <p:xfrm>
          <a:off x="6250304" y="5307329"/>
          <a:ext cx="2670175" cy="801369"/>
        </p:xfrm>
        <a:graphic>
          <a:graphicData uri="http://schemas.openxmlformats.org/drawingml/2006/table">
            <a:tbl>
              <a:tblPr>
                <a:solidFill>
                  <a:srgbClr val="191919"/>
                </a:solidFill>
              </a:tblPr>
              <a:tblGrid>
                <a:gridCol w="267017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5364" indent="-707390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72+ </a:t>
                      </a:r>
                      <a:r>
                        <a:rPr sz="2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Hours</a:t>
                      </a:r>
                      <a:r>
                        <a:rPr sz="2000" b="1" kern="0" spc="-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Aging   </a:t>
                      </a:r>
                      <a:r>
                        <a:rPr sz="20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Tests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6" name="table 686"/>
          <p:cNvGraphicFramePr>
            <a:graphicFrameLocks noGrp="1"/>
          </p:cNvGraphicFramePr>
          <p:nvPr/>
        </p:nvGraphicFramePr>
        <p:xfrm>
          <a:off x="605154" y="5307329"/>
          <a:ext cx="2670175" cy="801369"/>
        </p:xfrm>
        <a:graphic>
          <a:graphicData uri="http://schemas.openxmlformats.org/drawingml/2006/table">
            <a:tbl>
              <a:tblPr>
                <a:solidFill>
                  <a:srgbClr val="191919"/>
                </a:solidFill>
              </a:tblPr>
              <a:tblGrid>
                <a:gridCol w="267017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3415" algn="l" rtl="0" eaLnBrk="0">
                        <a:lnSpc>
                          <a:spcPct val="8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0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Lamps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 rot="21600000">
            <a:off x="9171304" y="5323840"/>
            <a:ext cx="2670175" cy="802004"/>
            <a:chOff x="0" y="0"/>
            <a:chExt cx="2670175" cy="802004"/>
          </a:xfrm>
        </p:grpSpPr>
        <p:pic>
          <p:nvPicPr>
            <p:cNvPr id="688" name="picture 68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70175" cy="802004"/>
            </a:xfrm>
            <a:prstGeom prst="rect">
              <a:avLst/>
            </a:prstGeom>
          </p:spPr>
        </p:pic>
        <p:sp>
          <p:nvSpPr>
            <p:cNvPr id="690" name="textbox 690"/>
            <p:cNvSpPr/>
            <p:nvPr/>
          </p:nvSpPr>
          <p:spPr>
            <a:xfrm>
              <a:off x="-12700" y="-12700"/>
              <a:ext cx="2696210" cy="8274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6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28980" indent="-598169" algn="l" rtl="0" eaLnBrk="0">
                <a:lnSpc>
                  <a:spcPct val="86000"/>
                </a:lnSpc>
                <a:tabLst/>
              </a:pPr>
              <a:r>
                <a:rPr sz="2000" b="1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Various Pixel Pit</a:t>
              </a:r>
              <a:r>
                <a:rPr sz="2000" b="1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ch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b="1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Avaliable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rect 6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94" name="picture 6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60804" y="1976628"/>
            <a:ext cx="1606295" cy="640079"/>
          </a:xfrm>
          <a:prstGeom prst="rect">
            <a:avLst/>
          </a:prstGeom>
        </p:spPr>
      </p:pic>
      <p:pic>
        <p:nvPicPr>
          <p:cNvPr id="696" name="picture 6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8848" y="1976628"/>
            <a:ext cx="1171955" cy="640079"/>
          </a:xfrm>
          <a:prstGeom prst="rect">
            <a:avLst/>
          </a:prstGeom>
        </p:spPr>
      </p:pic>
      <p:pic>
        <p:nvPicPr>
          <p:cNvPr id="698" name="picture 6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67100" y="1976628"/>
            <a:ext cx="1819655" cy="640079"/>
          </a:xfrm>
          <a:prstGeom prst="rect">
            <a:avLst/>
          </a:prstGeom>
        </p:spPr>
      </p:pic>
      <p:pic>
        <p:nvPicPr>
          <p:cNvPr id="700" name="picture 7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1976628"/>
            <a:ext cx="1524000" cy="640079"/>
          </a:xfrm>
          <a:prstGeom prst="rect">
            <a:avLst/>
          </a:prstGeom>
        </p:spPr>
      </p:pic>
      <p:pic>
        <p:nvPicPr>
          <p:cNvPr id="702" name="picture 7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10756" y="1976628"/>
            <a:ext cx="1213104" cy="640079"/>
          </a:xfrm>
          <a:prstGeom prst="rect">
            <a:avLst/>
          </a:prstGeom>
        </p:spPr>
      </p:pic>
      <p:pic>
        <p:nvPicPr>
          <p:cNvPr id="704" name="picture 7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21952" y="1976628"/>
            <a:ext cx="1955291" cy="640079"/>
          </a:xfrm>
          <a:prstGeom prst="rect">
            <a:avLst/>
          </a:prstGeom>
        </p:spPr>
      </p:pic>
      <p:pic>
        <p:nvPicPr>
          <p:cNvPr id="706" name="picture 7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23859" y="1976628"/>
            <a:ext cx="1498092" cy="640079"/>
          </a:xfrm>
          <a:prstGeom prst="rect">
            <a:avLst/>
          </a:prstGeom>
        </p:spPr>
      </p:pic>
      <p:graphicFrame>
        <p:nvGraphicFramePr>
          <p:cNvPr id="708" name="table 708"/>
          <p:cNvGraphicFramePr>
            <a:graphicFrameLocks noGrp="1"/>
          </p:cNvGraphicFramePr>
          <p:nvPr/>
        </p:nvGraphicFramePr>
        <p:xfrm>
          <a:off x="681990" y="1969770"/>
          <a:ext cx="10801350" cy="3470275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886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35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208*104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29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172*86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2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P3.076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54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104*52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710" name="textbox 710"/>
          <p:cNvSpPr/>
          <p:nvPr/>
        </p:nvSpPr>
        <p:spPr>
          <a:xfrm>
            <a:off x="854953" y="620521"/>
            <a:ext cx="10544175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320x160mm Series Indoor LED Module             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rect 7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14" name="picture 7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67100" y="2090928"/>
            <a:ext cx="1819655" cy="640079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60804" y="2090928"/>
            <a:ext cx="1606295" cy="640079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8848" y="2090928"/>
            <a:ext cx="1171955" cy="640079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10756" y="2090928"/>
            <a:ext cx="1213104" cy="640079"/>
          </a:xfrm>
          <a:prstGeom prst="rect">
            <a:avLst/>
          </a:prstGeom>
        </p:spPr>
      </p:pic>
      <p:pic>
        <p:nvPicPr>
          <p:cNvPr id="722" name="picture 7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23859" y="2090928"/>
            <a:ext cx="1498092" cy="640079"/>
          </a:xfrm>
          <a:prstGeom prst="rect">
            <a:avLst/>
          </a:prstGeom>
        </p:spPr>
      </p:pic>
      <p:pic>
        <p:nvPicPr>
          <p:cNvPr id="724" name="picture 7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86755" y="2090928"/>
            <a:ext cx="1524000" cy="640079"/>
          </a:xfrm>
          <a:prstGeom prst="rect">
            <a:avLst/>
          </a:prstGeom>
        </p:spPr>
      </p:pic>
      <p:pic>
        <p:nvPicPr>
          <p:cNvPr id="726" name="picture 7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2090928"/>
            <a:ext cx="1955291" cy="640079"/>
          </a:xfrm>
          <a:prstGeom prst="rect">
            <a:avLst/>
          </a:prstGeom>
        </p:spPr>
      </p:pic>
      <p:graphicFrame>
        <p:nvGraphicFramePr>
          <p:cNvPr id="728" name="table 728"/>
          <p:cNvGraphicFramePr>
            <a:graphicFrameLocks noGrp="1"/>
          </p:cNvGraphicFramePr>
          <p:nvPr/>
        </p:nvGraphicFramePr>
        <p:xfrm>
          <a:off x="681990" y="2084705"/>
          <a:ext cx="10801350" cy="3532504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P1.95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P2.97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84*84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730" name="textbox 730"/>
          <p:cNvSpPr/>
          <p:nvPr/>
        </p:nvSpPr>
        <p:spPr>
          <a:xfrm>
            <a:off x="858617" y="620521"/>
            <a:ext cx="10540365" cy="979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Cable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Connection</a:t>
            </a:r>
            <a:r>
              <a:rPr sz="32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32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7300" b="1" kern="0" spc="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7300" baseline="-4281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81000"/>
              </a:lnSpc>
              <a:spcBef>
                <a:spcPts val="476"/>
              </a:spcBef>
              <a:tabLst/>
            </a:pP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Indoor LED Modul</a:t>
            </a:r>
            <a:r>
              <a:rPr sz="3200" b="1" kern="0" spc="-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rect 7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34" name="picture 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60804" y="2090928"/>
            <a:ext cx="1606295" cy="640079"/>
          </a:xfrm>
          <a:prstGeom prst="rect">
            <a:avLst/>
          </a:prstGeom>
        </p:spPr>
      </p:pic>
      <p:pic>
        <p:nvPicPr>
          <p:cNvPr id="736" name="picture 7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8848" y="2090928"/>
            <a:ext cx="1171955" cy="640079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10756" y="2090928"/>
            <a:ext cx="1213104" cy="640079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2090928"/>
            <a:ext cx="1524000" cy="640079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67100" y="2090928"/>
            <a:ext cx="1819655" cy="640079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21952" y="2090928"/>
            <a:ext cx="1955291" cy="640079"/>
          </a:xfrm>
          <a:prstGeom prst="rect">
            <a:avLst/>
          </a:prstGeom>
        </p:spPr>
      </p:pic>
      <p:pic>
        <p:nvPicPr>
          <p:cNvPr id="746" name="picture 7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23859" y="2090928"/>
            <a:ext cx="1498092" cy="640079"/>
          </a:xfrm>
          <a:prstGeom prst="rect">
            <a:avLst/>
          </a:prstGeom>
        </p:spPr>
      </p:pic>
      <p:graphicFrame>
        <p:nvGraphicFramePr>
          <p:cNvPr id="748" name="table 748"/>
          <p:cNvGraphicFramePr>
            <a:graphicFrameLocks noGrp="1"/>
          </p:cNvGraphicFramePr>
          <p:nvPr/>
        </p:nvGraphicFramePr>
        <p:xfrm>
          <a:off x="681990" y="2084705"/>
          <a:ext cx="10801350" cy="3532504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1212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P1.95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P2.97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84*84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750" name="textbox 750"/>
          <p:cNvSpPr/>
          <p:nvPr/>
        </p:nvSpPr>
        <p:spPr>
          <a:xfrm>
            <a:off x="858617" y="620521"/>
            <a:ext cx="10540365" cy="918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56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250x250mm Series Hub Connection Indoor     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7300" b="1" kern="0" spc="-20" baseline="-8694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7300" baseline="-8694" dirty="0">
              <a:latin typeface="Arial"/>
              <a:ea typeface="Arial"/>
              <a:cs typeface="Arial"/>
            </a:endParaRPr>
          </a:p>
          <a:p>
            <a:pPr marL="33655" algn="l" rtl="0" eaLnBrk="0">
              <a:lnSpc>
                <a:spcPct val="90000"/>
              </a:lnSpc>
              <a:spcBef>
                <a:spcPts val="13"/>
              </a:spcBef>
              <a:tabLst/>
            </a:pPr>
            <a:r>
              <a:rPr sz="3200" b="1" kern="0" spc="-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LED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rect 7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54" name="picture 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8848" y="2090928"/>
            <a:ext cx="1171955" cy="640079"/>
          </a:xfrm>
          <a:prstGeom prst="rect">
            <a:avLst/>
          </a:prstGeom>
        </p:spPr>
      </p:pic>
      <p:pic>
        <p:nvPicPr>
          <p:cNvPr id="756" name="picture 7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67100" y="2090928"/>
            <a:ext cx="1819655" cy="640079"/>
          </a:xfrm>
          <a:prstGeom prst="rect">
            <a:avLst/>
          </a:prstGeom>
        </p:spPr>
      </p:pic>
      <p:pic>
        <p:nvPicPr>
          <p:cNvPr id="758" name="picture 7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60804" y="2090928"/>
            <a:ext cx="1606295" cy="640079"/>
          </a:xfrm>
          <a:prstGeom prst="rect">
            <a:avLst/>
          </a:prstGeom>
        </p:spPr>
      </p:pic>
      <p:pic>
        <p:nvPicPr>
          <p:cNvPr id="760" name="picture 7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2090928"/>
            <a:ext cx="1524000" cy="640079"/>
          </a:xfrm>
          <a:prstGeom prst="rect">
            <a:avLst/>
          </a:prstGeom>
        </p:spPr>
      </p:pic>
      <p:pic>
        <p:nvPicPr>
          <p:cNvPr id="762" name="picture 7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10756" y="2090928"/>
            <a:ext cx="1213104" cy="640079"/>
          </a:xfrm>
          <a:prstGeom prst="rect">
            <a:avLst/>
          </a:prstGeom>
        </p:spPr>
      </p:pic>
      <p:pic>
        <p:nvPicPr>
          <p:cNvPr id="764" name="picture 7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21952" y="2090928"/>
            <a:ext cx="1955291" cy="640079"/>
          </a:xfrm>
          <a:prstGeom prst="rect">
            <a:avLst/>
          </a:prstGeom>
        </p:spPr>
      </p:pic>
      <p:pic>
        <p:nvPicPr>
          <p:cNvPr id="766" name="picture 7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23859" y="2090928"/>
            <a:ext cx="1498092" cy="640079"/>
          </a:xfrm>
          <a:prstGeom prst="rect">
            <a:avLst/>
          </a:prstGeom>
        </p:spPr>
      </p:pic>
      <p:graphicFrame>
        <p:nvGraphicFramePr>
          <p:cNvPr id="768" name="table 768"/>
          <p:cNvGraphicFramePr>
            <a:graphicFrameLocks noGrp="1"/>
          </p:cNvGraphicFramePr>
          <p:nvPr/>
        </p:nvGraphicFramePr>
        <p:xfrm>
          <a:off x="681990" y="2084705"/>
          <a:ext cx="10801350" cy="2892424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P1.95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5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P2.97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84*84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69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1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770" name="textbox 770"/>
          <p:cNvSpPr/>
          <p:nvPr/>
        </p:nvSpPr>
        <p:spPr>
          <a:xfrm>
            <a:off x="858617" y="620521"/>
            <a:ext cx="10540365" cy="958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" indent="-20954" algn="l" rtl="0" eaLnBrk="0">
              <a:lnSpc>
                <a:spcPct val="78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250x250mm Series Hub Connection Indoor     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r>
              <a:rPr sz="4700" b="1" kern="0" spc="-1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Flexible LED M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rect 7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74" name="picture 7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776" name="picture 7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7744" y="1493520"/>
            <a:ext cx="1217676" cy="640079"/>
          </a:xfrm>
          <a:prstGeom prst="rect">
            <a:avLst/>
          </a:prstGeom>
        </p:spPr>
      </p:pic>
      <p:pic>
        <p:nvPicPr>
          <p:cNvPr id="778" name="picture 7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55419" y="1493520"/>
            <a:ext cx="1571243" cy="640079"/>
          </a:xfrm>
          <a:prstGeom prst="rect">
            <a:avLst/>
          </a:prstGeom>
        </p:spPr>
      </p:pic>
      <p:pic>
        <p:nvPicPr>
          <p:cNvPr id="780" name="picture 7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64252" y="1493520"/>
            <a:ext cx="2020823" cy="640079"/>
          </a:xfrm>
          <a:prstGeom prst="rect">
            <a:avLst/>
          </a:prstGeom>
        </p:spPr>
      </p:pic>
      <p:pic>
        <p:nvPicPr>
          <p:cNvPr id="782" name="picture 7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026664" y="1493520"/>
            <a:ext cx="2037588" cy="640079"/>
          </a:xfrm>
          <a:prstGeom prst="rect">
            <a:avLst/>
          </a:prstGeom>
        </p:spPr>
      </p:pic>
      <p:pic>
        <p:nvPicPr>
          <p:cNvPr id="784" name="picture 7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085076" y="1493520"/>
            <a:ext cx="1380743" cy="640079"/>
          </a:xfrm>
          <a:prstGeom prst="rect">
            <a:avLst/>
          </a:prstGeom>
        </p:spPr>
      </p:pic>
      <p:pic>
        <p:nvPicPr>
          <p:cNvPr id="786" name="picture 7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33431" y="1493520"/>
            <a:ext cx="1999488" cy="640079"/>
          </a:xfrm>
          <a:prstGeom prst="rect">
            <a:avLst/>
          </a:prstGeom>
        </p:spPr>
      </p:pic>
      <p:pic>
        <p:nvPicPr>
          <p:cNvPr id="788" name="picture 7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465819" y="1493520"/>
            <a:ext cx="1467611" cy="640079"/>
          </a:xfrm>
          <a:prstGeom prst="rect">
            <a:avLst/>
          </a:prstGeom>
        </p:spPr>
      </p:pic>
      <p:graphicFrame>
        <p:nvGraphicFramePr>
          <p:cNvPr id="790" name="table 790"/>
          <p:cNvGraphicFramePr>
            <a:graphicFrameLocks noGrp="1"/>
          </p:cNvGraphicFramePr>
          <p:nvPr/>
        </p:nvGraphicFramePr>
        <p:xfrm>
          <a:off x="231775" y="1486534"/>
          <a:ext cx="11707494" cy="5200014"/>
        </p:xfrm>
        <a:graphic>
          <a:graphicData uri="http://schemas.openxmlformats.org/drawingml/2006/table">
            <a:tbl>
              <a:tblPr/>
              <a:tblGrid>
                <a:gridCol w="1223645"/>
                <a:gridCol w="1571625"/>
                <a:gridCol w="2036445"/>
                <a:gridCol w="2021839"/>
                <a:gridCol w="1379219"/>
                <a:gridCol w="1467485"/>
                <a:gridCol w="2007235"/>
              </a:tblGrid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35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44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19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020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P0.93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0204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MiniLED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32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49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32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8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240*135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32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02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323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300*168.75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160*90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8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256*144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0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208*116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172*96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300-800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P1.25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8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851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P1.53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8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208*104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851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P1.86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172*86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851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04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8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792" name="textbox 792"/>
          <p:cNvSpPr/>
          <p:nvPr/>
        </p:nvSpPr>
        <p:spPr>
          <a:xfrm>
            <a:off x="338030" y="620521"/>
            <a:ext cx="11061065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Other Series Hub Connection Indoor LED Modu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</a:t>
            </a:r>
            <a:r>
              <a:rPr sz="3200" b="1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7300" b="1" kern="0" spc="-3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rect 7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96" name="picture 7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55419" y="1493520"/>
            <a:ext cx="1571243" cy="640079"/>
          </a:xfrm>
          <a:prstGeom prst="rect">
            <a:avLst/>
          </a:prstGeom>
        </p:spPr>
      </p:pic>
      <p:pic>
        <p:nvPicPr>
          <p:cNvPr id="798" name="picture 7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7744" y="1493520"/>
            <a:ext cx="1217676" cy="640079"/>
          </a:xfrm>
          <a:prstGeom prst="rect">
            <a:avLst/>
          </a:prstGeom>
        </p:spPr>
      </p:pic>
      <p:pic>
        <p:nvPicPr>
          <p:cNvPr id="800" name="picture 8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26664" y="1493520"/>
            <a:ext cx="2037588" cy="640079"/>
          </a:xfrm>
          <a:prstGeom prst="rect">
            <a:avLst/>
          </a:prstGeom>
        </p:spPr>
      </p:pic>
      <p:pic>
        <p:nvPicPr>
          <p:cNvPr id="802" name="picture 8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64252" y="1493520"/>
            <a:ext cx="2020823" cy="640079"/>
          </a:xfrm>
          <a:prstGeom prst="rect">
            <a:avLst/>
          </a:prstGeom>
        </p:spPr>
      </p:pic>
      <p:pic>
        <p:nvPicPr>
          <p:cNvPr id="804" name="picture 8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85076" y="1493520"/>
            <a:ext cx="1380743" cy="640079"/>
          </a:xfrm>
          <a:prstGeom prst="rect">
            <a:avLst/>
          </a:prstGeom>
        </p:spPr>
      </p:pic>
      <p:pic>
        <p:nvPicPr>
          <p:cNvPr id="806" name="picture 8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65819" y="1493520"/>
            <a:ext cx="1467611" cy="640079"/>
          </a:xfrm>
          <a:prstGeom prst="rect">
            <a:avLst/>
          </a:prstGeom>
        </p:spPr>
      </p:pic>
      <p:pic>
        <p:nvPicPr>
          <p:cNvPr id="808" name="picture 8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33431" y="1493520"/>
            <a:ext cx="1999488" cy="640079"/>
          </a:xfrm>
          <a:prstGeom prst="rect">
            <a:avLst/>
          </a:prstGeom>
        </p:spPr>
      </p:pic>
      <p:graphicFrame>
        <p:nvGraphicFramePr>
          <p:cNvPr id="810" name="table 810"/>
          <p:cNvGraphicFramePr>
            <a:graphicFrameLocks noGrp="1"/>
          </p:cNvGraphicFramePr>
          <p:nvPr/>
        </p:nvGraphicFramePr>
        <p:xfrm>
          <a:off x="231775" y="1486534"/>
          <a:ext cx="11707494" cy="3166744"/>
        </p:xfrm>
        <a:graphic>
          <a:graphicData uri="http://schemas.openxmlformats.org/drawingml/2006/table">
            <a:tbl>
              <a:tblPr/>
              <a:tblGrid>
                <a:gridCol w="1223645"/>
                <a:gridCol w="1571625"/>
                <a:gridCol w="2036445"/>
                <a:gridCol w="2021839"/>
                <a:gridCol w="1379219"/>
                <a:gridCol w="1467485"/>
                <a:gridCol w="2007235"/>
              </a:tblGrid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35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44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19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020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641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8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72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92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72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04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98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256*256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851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812" name="textbox 812"/>
          <p:cNvSpPr/>
          <p:nvPr/>
        </p:nvSpPr>
        <p:spPr>
          <a:xfrm>
            <a:off x="338030" y="620521"/>
            <a:ext cx="11061065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Other Series Indoor LED Di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splay Modules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rect 8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16" name="rect 816"/>
          <p:cNvSpPr/>
          <p:nvPr/>
        </p:nvSpPr>
        <p:spPr>
          <a:xfrm>
            <a:off x="0" y="0"/>
            <a:ext cx="2614295" cy="6858000"/>
          </a:xfrm>
          <a:prstGeom prst="rect">
            <a:avLst/>
          </a:prstGeom>
          <a:solidFill>
            <a:srgbClr val="A4FF0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0" y="5565648"/>
            <a:ext cx="12192000" cy="1292351"/>
            <a:chOff x="0" y="0"/>
            <a:chExt cx="12192000" cy="1292351"/>
          </a:xfrm>
        </p:grpSpPr>
        <p:pic>
          <p:nvPicPr>
            <p:cNvPr id="818" name="picture 8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192000" cy="1292351"/>
            </a:xfrm>
            <a:prstGeom prst="rect">
              <a:avLst/>
            </a:prstGeom>
          </p:spPr>
        </p:pic>
        <p:sp>
          <p:nvSpPr>
            <p:cNvPr id="820" name="textbox 820"/>
            <p:cNvSpPr/>
            <p:nvPr/>
          </p:nvSpPr>
          <p:spPr>
            <a:xfrm>
              <a:off x="-12700" y="-12700"/>
              <a:ext cx="12217400" cy="13182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41655" algn="l" rtl="0" eaLnBrk="0">
                <a:lnSpc>
                  <a:spcPts val="3824"/>
                </a:lnSpc>
                <a:spcBef>
                  <a:spcPts val="5"/>
                </a:spcBef>
                <a:tabLst/>
              </a:pPr>
              <a:r>
                <a:rPr sz="49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PART</a:t>
              </a:r>
              <a:r>
                <a:rPr sz="4900" kern="0" spc="22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4900" kern="0" spc="0" dirty="0">
                  <a:solidFill>
                    <a:srgbClr val="595959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SX</a:t>
              </a:r>
              <a:endParaRPr sz="49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822" name="textbox 822"/>
          <p:cNvSpPr/>
          <p:nvPr/>
        </p:nvSpPr>
        <p:spPr>
          <a:xfrm>
            <a:off x="6115938" y="2615869"/>
            <a:ext cx="5131434" cy="2547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1785" algn="l" rtl="0" eaLnBrk="0">
              <a:lnSpc>
                <a:spcPct val="75000"/>
              </a:lnSpc>
              <a:spcBef>
                <a:spcPts val="1"/>
              </a:spcBef>
              <a:tabLst/>
            </a:pPr>
            <a:r>
              <a:rPr sz="6500" b="1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Outdoor</a:t>
            </a:r>
            <a:endParaRPr sz="6500" dirty="0">
              <a:latin typeface="Arial"/>
              <a:ea typeface="Arial"/>
              <a:cs typeface="Arial"/>
            </a:endParaRPr>
          </a:p>
          <a:p>
            <a:pPr marL="197485" algn="l" rtl="0" eaLnBrk="0">
              <a:lnSpc>
                <a:spcPct val="74000"/>
              </a:lnSpc>
              <a:spcBef>
                <a:spcPts val="2069"/>
              </a:spcBef>
              <a:tabLst/>
            </a:pPr>
            <a:r>
              <a:rPr sz="6500" b="1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Module</a:t>
            </a:r>
            <a:endParaRPr sz="6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spcBef>
                <a:spcPts val="891"/>
              </a:spcBef>
              <a:tabLst/>
            </a:pPr>
            <a:r>
              <a:rPr sz="5900" b="1" kern="0" spc="-9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r>
              <a:rPr sz="5900" b="1" kern="0" spc="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824" name="picture 8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10563" y="4750536"/>
            <a:ext cx="3820807" cy="111049"/>
          </a:xfrm>
          <a:prstGeom prst="rect">
            <a:avLst/>
          </a:prstGeom>
        </p:spPr>
      </p:pic>
      <p:pic>
        <p:nvPicPr>
          <p:cNvPr id="826" name="picture 8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4317" y="2008909"/>
            <a:ext cx="4080557" cy="2414358"/>
          </a:xfrm>
          <a:prstGeom prst="rect">
            <a:avLst/>
          </a:prstGeom>
        </p:spPr>
      </p:pic>
      <p:sp>
        <p:nvSpPr>
          <p:cNvPr id="828" name="textbox 828"/>
          <p:cNvSpPr/>
          <p:nvPr/>
        </p:nvSpPr>
        <p:spPr>
          <a:xfrm>
            <a:off x="953155" y="607596"/>
            <a:ext cx="10020300" cy="18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>
                <a:tab pos="10006965" algn="l"/>
              </a:tabLst>
            </a:pP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ANTIX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1400" b="1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4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rect 8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32" name="picture 8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34" name="textbox 834"/>
          <p:cNvSpPr/>
          <p:nvPr/>
        </p:nvSpPr>
        <p:spPr>
          <a:xfrm>
            <a:off x="711834" y="1945614"/>
            <a:ext cx="5427345" cy="2783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36" rIns="0" bIns="0"/>
          <a:lstStyle/>
          <a:p>
            <a:pPr marL="13334" indent="17145" algn="l" rtl="0" eaLnBrk="0">
              <a:lnSpc>
                <a:spcPct val="145000"/>
              </a:lnSpc>
              <a:spcBef>
                <a:spcPts val="3"/>
              </a:spcBef>
              <a:tabLst/>
            </a:pP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3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full</a:t>
            </a:r>
            <a:r>
              <a:rPr sz="1700" kern="0" spc="2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</a:t>
            </a:r>
            <a:r>
              <a:rPr sz="1700" kern="0" spc="2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SMD</a:t>
            </a:r>
            <a:r>
              <a:rPr sz="17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outdoor</a:t>
            </a:r>
            <a:r>
              <a:rPr sz="1700" kern="0" spc="34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r>
              <a:rPr sz="1700" kern="0" spc="4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Including</a:t>
            </a:r>
            <a:r>
              <a:rPr sz="1700" kern="0" spc="2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3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700" kern="0" spc="3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</a:t>
            </a:r>
            <a:r>
              <a:rPr sz="1700" kern="0" spc="3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Cabl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1700" kern="0" spc="3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3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Years Warr</a:t>
            </a:r>
            <a:r>
              <a:rPr sz="1700" kern="0" spc="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anty.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53000"/>
              </a:lnSpc>
              <a:spcBef>
                <a:spcPts val="1"/>
              </a:spcBef>
              <a:tabLst/>
            </a:pP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700" kern="0" spc="4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3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</a:t>
            </a:r>
            <a:r>
              <a:rPr sz="1700" kern="0" spc="2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700" kern="0" spc="3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</a:t>
            </a:r>
            <a:r>
              <a:rPr sz="1700" kern="0" spc="32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brightness</a:t>
            </a:r>
            <a:r>
              <a:rPr sz="1700" kern="0" spc="2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3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Color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uniformity to</a:t>
            </a:r>
            <a:r>
              <a:rPr sz="1700" kern="0" spc="19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ensure the</a:t>
            </a:r>
            <a:r>
              <a:rPr sz="1700" kern="0" spc="26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</a:t>
            </a:r>
            <a:r>
              <a:rPr sz="1700" kern="0" spc="25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has</a:t>
            </a:r>
            <a:r>
              <a:rPr sz="1700" kern="0" spc="20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700" kern="0" spc="7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xcellent</a:t>
            </a:r>
            <a:r>
              <a:rPr sz="1700" kern="0" spc="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BFBFB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effect.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836" name="picture 8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46155" y="3246454"/>
            <a:ext cx="4076021" cy="2414359"/>
          </a:xfrm>
          <a:prstGeom prst="rect">
            <a:avLst/>
          </a:prstGeom>
        </p:spPr>
      </p:pic>
      <p:sp>
        <p:nvSpPr>
          <p:cNvPr id="838" name="textbox 838"/>
          <p:cNvSpPr/>
          <p:nvPr/>
        </p:nvSpPr>
        <p:spPr>
          <a:xfrm>
            <a:off x="866350" y="620521"/>
            <a:ext cx="10532744" cy="535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Outdoor LED Display Module</a:t>
            </a:r>
            <a:r>
              <a:rPr sz="3200" b="1" kern="0" spc="-6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strike="sngStrike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</a:t>
            </a:r>
            <a:r>
              <a:rPr sz="3200" b="1" strike="sngStrike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7300" b="1" kern="0" spc="-3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7300" baseline="-3567" dirty="0">
              <a:latin typeface="Arial"/>
              <a:ea typeface="Arial"/>
              <a:cs typeface="Arial"/>
            </a:endParaRPr>
          </a:p>
        </p:txBody>
      </p:sp>
      <p:sp>
        <p:nvSpPr>
          <p:cNvPr id="840" name="textbox 840"/>
          <p:cNvSpPr/>
          <p:nvPr/>
        </p:nvSpPr>
        <p:spPr>
          <a:xfrm>
            <a:off x="8637307" y="2256690"/>
            <a:ext cx="2309495" cy="859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发展规划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2100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DEV飞OP</a:t>
            </a:r>
            <a:r>
              <a:rPr sz="21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</a:t>
            </a:r>
            <a:endParaRPr sz="2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picture 8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44" name="textbox 844"/>
          <p:cNvSpPr/>
          <p:nvPr/>
        </p:nvSpPr>
        <p:spPr>
          <a:xfrm>
            <a:off x="611123" y="5314188"/>
            <a:ext cx="2658110" cy="78994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7700" algn="l" rtl="0" eaLnBrk="0">
              <a:lnSpc>
                <a:spcPct val="80000"/>
              </a:lnSpc>
              <a:spcBef>
                <a:spcPts val="1"/>
              </a:spcBef>
              <a:tabLst/>
            </a:pP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Lamps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846" name="textbox 846"/>
          <p:cNvSpPr/>
          <p:nvPr/>
        </p:nvSpPr>
        <p:spPr>
          <a:xfrm>
            <a:off x="6256020" y="5314188"/>
            <a:ext cx="2658110" cy="789940"/>
          </a:xfrm>
          <a:prstGeom prst="rect">
            <a:avLst/>
          </a:prstGeom>
          <a:solidFill>
            <a:srgbClr val="19191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09650" indent="-707390" algn="l" rtl="0" eaLnBrk="0">
              <a:lnSpc>
                <a:spcPct val="90000"/>
              </a:lnSpc>
              <a:tabLst/>
            </a:pPr>
            <a:r>
              <a:rPr sz="2000" b="1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72+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Hours</a:t>
            </a:r>
            <a:r>
              <a:rPr sz="2000" b="1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Aging   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Tests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848" name="rect 8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50" name="textbox 850"/>
          <p:cNvSpPr/>
          <p:nvPr/>
        </p:nvSpPr>
        <p:spPr>
          <a:xfrm>
            <a:off x="9260458" y="2078075"/>
            <a:ext cx="2718435" cy="294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ts val="2046"/>
              </a:lnSpc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pixel available</a:t>
            </a:r>
            <a:r>
              <a:rPr sz="15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including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ts val="1919"/>
              </a:lnSpc>
              <a:tabLst/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P2.5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,P3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P4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65405" algn="l" rtl="0" eaLnBrk="0">
              <a:lnSpc>
                <a:spcPts val="1920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P5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P3.91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P4.81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07009" algn="l" rtl="0" eaLnBrk="0">
              <a:lnSpc>
                <a:spcPts val="1920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P5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P6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P6.67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248284" algn="l" rtl="0" eaLnBrk="0">
              <a:lnSpc>
                <a:spcPts val="2046"/>
              </a:lnSpc>
              <a:tabLst/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P8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DIP</a:t>
            </a:r>
            <a:endParaRPr sz="1500" dirty="0">
              <a:latin typeface="Arial"/>
              <a:ea typeface="Arial"/>
              <a:cs typeface="Arial"/>
            </a:endParaRPr>
          </a:p>
          <a:p>
            <a:pPr marL="309245" algn="l" rtl="0" eaLnBrk="0">
              <a:lnSpc>
                <a:spcPct val="76000"/>
              </a:lnSpc>
              <a:spcBef>
                <a:spcPts val="216"/>
              </a:spcBef>
              <a:tabLst/>
            </a:pP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1R1G1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series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15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8435" algn="l" rtl="0" eaLnBrk="0">
              <a:lnSpc>
                <a:spcPts val="2173"/>
              </a:lnSpc>
              <a:spcBef>
                <a:spcPts val="82"/>
              </a:spcBef>
              <a:tabLst/>
            </a:pP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P16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P2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573405" algn="l" rtl="0" eaLnBrk="0">
              <a:lnSpc>
                <a:spcPct val="74000"/>
              </a:lnSpc>
              <a:spcBef>
                <a:spcPts val="249"/>
              </a:spcBef>
              <a:tabLst/>
            </a:pP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etc. Various sizes</a:t>
            </a:r>
            <a:endParaRPr sz="1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46"/>
              </a:lnSpc>
              <a:spcBef>
                <a:spcPts val="85"/>
              </a:spcBef>
              <a:tabLst/>
            </a:pP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320*160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5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1500" kern="0" spc="-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500" dirty="0">
              <a:latin typeface="Arial"/>
              <a:ea typeface="Arial"/>
              <a:cs typeface="Arial"/>
            </a:endParaRPr>
          </a:p>
          <a:p>
            <a:pPr marL="71119" algn="l" rtl="0" eaLnBrk="0">
              <a:lnSpc>
                <a:spcPts val="1920"/>
              </a:lnSpc>
              <a:tabLst/>
            </a:pP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192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1500" kern="0" spc="-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192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,250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mmx</a:t>
            </a:r>
            <a:r>
              <a:rPr sz="15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</a:t>
            </a:r>
            <a:endParaRPr sz="1500" dirty="0">
              <a:latin typeface="Arial"/>
              <a:ea typeface="Arial"/>
              <a:cs typeface="Arial"/>
            </a:endParaRPr>
          </a:p>
          <a:p>
            <a:pPr marL="79375" algn="l" rtl="0" eaLnBrk="0">
              <a:lnSpc>
                <a:spcPts val="2046"/>
              </a:lnSpc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256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*</a:t>
            </a:r>
            <a:r>
              <a:rPr sz="1500" kern="0" spc="-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128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5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endParaRPr sz="1500" dirty="0">
              <a:latin typeface="Arial"/>
              <a:ea typeface="Arial"/>
              <a:cs typeface="Arial"/>
            </a:endParaRPr>
          </a:p>
          <a:p>
            <a:pPr marL="995044" algn="l" rtl="0" eaLnBrk="0">
              <a:lnSpc>
                <a:spcPct val="74000"/>
              </a:lnSpc>
              <a:spcBef>
                <a:spcPts val="249"/>
              </a:spcBef>
              <a:tabLst/>
            </a:pP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stock.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852" name="textbox 852"/>
          <p:cNvSpPr/>
          <p:nvPr/>
        </p:nvSpPr>
        <p:spPr>
          <a:xfrm>
            <a:off x="3527983" y="2335504"/>
            <a:ext cx="2477770" cy="2780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5904" algn="l" rtl="0" eaLnBrk="0">
              <a:lnSpc>
                <a:spcPts val="2453"/>
              </a:lnSpc>
              <a:tabLst/>
            </a:pP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achieve the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45414" algn="l" rtl="0" eaLnBrk="0">
              <a:lnSpc>
                <a:spcPct val="81000"/>
              </a:lnSpc>
              <a:spcBef>
                <a:spcPts val="248"/>
              </a:spcBef>
              <a:tabLst/>
            </a:pP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 performance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73"/>
              </a:lnSpc>
              <a:tabLst/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outdoor LED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display, we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13029" algn="l" rtl="0" eaLnBrk="0">
              <a:lnSpc>
                <a:spcPts val="2306"/>
              </a:lnSpc>
              <a:tabLst/>
            </a:pP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 the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best driving</a:t>
            </a:r>
            <a:r>
              <a:rPr sz="17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</a:t>
            </a:r>
            <a:endParaRPr sz="1700" dirty="0">
              <a:latin typeface="Arial"/>
              <a:ea typeface="Arial"/>
              <a:cs typeface="Arial"/>
            </a:endParaRPr>
          </a:p>
          <a:p>
            <a:pPr marL="848360" algn="l" rtl="0" eaLnBrk="0">
              <a:lnSpc>
                <a:spcPct val="74000"/>
              </a:lnSpc>
              <a:spcBef>
                <a:spcPts val="269"/>
              </a:spcBef>
              <a:tabLst/>
            </a:pP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endParaRPr sz="1700" dirty="0">
              <a:latin typeface="Arial"/>
              <a:ea typeface="Arial"/>
              <a:cs typeface="Arial"/>
            </a:endParaRPr>
          </a:p>
          <a:p>
            <a:pPr marL="273684" algn="l" rtl="0" eaLnBrk="0">
              <a:lnSpc>
                <a:spcPts val="2306"/>
              </a:lnSpc>
              <a:spcBef>
                <a:spcPts val="89"/>
              </a:spcBef>
              <a:tabLst/>
            </a:pP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MBI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5153,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MBI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5124,</a:t>
            </a:r>
            <a:endParaRPr sz="1700" dirty="0">
              <a:latin typeface="Arial"/>
              <a:ea typeface="Arial"/>
              <a:cs typeface="Arial"/>
            </a:endParaRPr>
          </a:p>
          <a:p>
            <a:pPr marL="246379" algn="l" rtl="0" eaLnBrk="0">
              <a:lnSpc>
                <a:spcPts val="2306"/>
              </a:lnSpc>
              <a:tabLst/>
            </a:pP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ICN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2153,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ICN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2038S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68910" algn="l" rtl="0" eaLnBrk="0">
              <a:lnSpc>
                <a:spcPct val="82000"/>
              </a:lnSpc>
              <a:spcBef>
                <a:spcPts val="237"/>
              </a:spcBef>
              <a:tabLst/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refresh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</a:t>
            </a:r>
            <a:endParaRPr sz="1700" dirty="0">
              <a:latin typeface="Arial"/>
              <a:ea typeface="Arial"/>
              <a:cs typeface="Arial"/>
            </a:endParaRPr>
          </a:p>
          <a:p>
            <a:pPr marL="49530" algn="l" rtl="0" eaLnBrk="0">
              <a:lnSpc>
                <a:spcPts val="2410"/>
              </a:lnSpc>
              <a:tabLst/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grey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 with</a:t>
            </a:r>
            <a:endParaRPr sz="1700" dirty="0">
              <a:latin typeface="Arial"/>
              <a:ea typeface="Arial"/>
              <a:cs typeface="Arial"/>
            </a:endParaRPr>
          </a:p>
          <a:p>
            <a:pPr marL="70485" algn="l" rtl="0" eaLnBrk="0">
              <a:lnSpc>
                <a:spcPct val="83000"/>
              </a:lnSpc>
              <a:spcBef>
                <a:spcPts val="267"/>
              </a:spcBef>
              <a:tabLst/>
            </a:pP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latest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nologies.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854" name="textbox 854"/>
          <p:cNvSpPr/>
          <p:nvPr/>
        </p:nvSpPr>
        <p:spPr>
          <a:xfrm>
            <a:off x="718993" y="2412030"/>
            <a:ext cx="2461260" cy="273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4954" algn="l" rtl="0" eaLnBrk="0">
              <a:lnSpc>
                <a:spcPct val="79000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 choose</a:t>
            </a:r>
            <a:r>
              <a:rPr sz="20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high-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49554" algn="l" rtl="0" eaLnBrk="0">
              <a:lnSpc>
                <a:spcPct val="79000"/>
              </a:lnSpc>
              <a:spcBef>
                <a:spcPts val="504"/>
              </a:spcBef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quality</a:t>
            </a:r>
            <a:r>
              <a:rPr sz="20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chips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50495" algn="l" rtl="0" eaLnBrk="0">
              <a:lnSpc>
                <a:spcPct val="74000"/>
              </a:lnSpc>
              <a:spcBef>
                <a:spcPts val="494"/>
              </a:spcBef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 as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Nations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tar,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04775" algn="l" rtl="0" eaLnBrk="0">
              <a:lnSpc>
                <a:spcPts val="2566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Kinglight for outdoor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566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 display</a:t>
            </a:r>
            <a:r>
              <a:rPr sz="20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modules.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34315" algn="l" rtl="0" eaLnBrk="0">
              <a:lnSpc>
                <a:spcPct val="76000"/>
              </a:lnSpc>
              <a:spcBef>
                <a:spcPts val="294"/>
              </a:spcBef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Furthermore,</a:t>
            </a:r>
            <a:r>
              <a:rPr sz="20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2000" dirty="0">
              <a:latin typeface="Arial"/>
              <a:ea typeface="Arial"/>
              <a:cs typeface="Arial"/>
            </a:endParaRPr>
          </a:p>
          <a:p>
            <a:pPr marL="109220" algn="l" rtl="0" eaLnBrk="0">
              <a:lnSpc>
                <a:spcPts val="2681"/>
              </a:lnSpc>
              <a:tabLst/>
            </a:pP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brightness and</a:t>
            </a:r>
            <a:r>
              <a:rPr sz="20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IP65</a:t>
            </a:r>
            <a:endParaRPr sz="2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77000"/>
              </a:lnSpc>
              <a:spcBef>
                <a:spcPts val="259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waterproof prote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ction</a:t>
            </a:r>
            <a:endParaRPr sz="2000" dirty="0">
              <a:latin typeface="Arial"/>
              <a:ea typeface="Arial"/>
              <a:cs typeface="Arial"/>
            </a:endParaRPr>
          </a:p>
          <a:p>
            <a:pPr marL="293370" algn="l" rtl="0" eaLnBrk="0">
              <a:lnSpc>
                <a:spcPts val="2692"/>
              </a:lnSpc>
              <a:tabLst/>
            </a:pP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can</a:t>
            </a:r>
            <a:r>
              <a:rPr sz="20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provided.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856" name="textbox 856"/>
          <p:cNvSpPr/>
          <p:nvPr/>
        </p:nvSpPr>
        <p:spPr>
          <a:xfrm>
            <a:off x="6340779" y="2357246"/>
            <a:ext cx="2503804" cy="2510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07000"/>
              </a:lnSpc>
              <a:tabLst/>
            </a:pP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700" kern="0" spc="-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Hours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</a:t>
            </a:r>
            <a:r>
              <a:rPr sz="1700" kern="0" spc="-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(white</a:t>
            </a:r>
            <a:r>
              <a:rPr sz="1700" kern="0" spc="4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bal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ance</a:t>
            </a:r>
            <a:r>
              <a:rPr sz="1700" kern="0" spc="4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aging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(2×24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hours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video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aging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700" kern="0" spc="-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-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ours</a:t>
            </a:r>
            <a:r>
              <a:rPr sz="1700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700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r>
              <a:rPr sz="1700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improve</a:t>
            </a:r>
            <a:r>
              <a:rPr sz="17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reliability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outdoor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display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modules and ensure</a:t>
            </a:r>
            <a:r>
              <a:rPr sz="17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module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17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broken</a:t>
            </a:r>
            <a:r>
              <a:rPr sz="17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leds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858" name="textbox 858"/>
          <p:cNvSpPr/>
          <p:nvPr/>
        </p:nvSpPr>
        <p:spPr>
          <a:xfrm>
            <a:off x="711410" y="620521"/>
            <a:ext cx="10687684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Outoor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Screen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Pane</a:t>
            </a:r>
            <a:r>
              <a:rPr sz="3200" b="1" strike="sngStrike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</a:t>
            </a:r>
            <a:r>
              <a:rPr sz="3200" b="1" strike="sngStrike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</a:t>
            </a:r>
            <a:r>
              <a:rPr sz="32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7300" b="1" kern="0" spc="90" baseline="-3567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7300" baseline="-3567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860" name="table 860"/>
          <p:cNvGraphicFramePr>
            <a:graphicFrameLocks noGrp="1"/>
          </p:cNvGraphicFramePr>
          <p:nvPr/>
        </p:nvGraphicFramePr>
        <p:xfrm>
          <a:off x="3427729" y="5307329"/>
          <a:ext cx="2670175" cy="801369"/>
        </p:xfrm>
        <a:graphic>
          <a:graphicData uri="http://schemas.openxmlformats.org/drawingml/2006/table">
            <a:tbl>
              <a:tblPr>
                <a:solidFill>
                  <a:srgbClr val="A4FF02"/>
                </a:solidFill>
              </a:tblPr>
              <a:tblGrid>
                <a:gridCol w="267017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914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2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IC Driver</a:t>
                      </a:r>
                      <a:endParaRPr sz="2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FF02"/>
                    </a:solidFill>
                  </a:tcPr>
                </a:tc>
              </a:tr>
            </a:tbl>
          </a:graphicData>
        </a:graphic>
      </p:graphicFrame>
      <p:grpSp>
        <p:nvGrpSpPr>
          <p:cNvPr id="18" name="group 18"/>
          <p:cNvGrpSpPr/>
          <p:nvPr/>
        </p:nvGrpSpPr>
        <p:grpSpPr>
          <a:xfrm rot="21600000">
            <a:off x="9171304" y="5323840"/>
            <a:ext cx="2670175" cy="802004"/>
            <a:chOff x="0" y="0"/>
            <a:chExt cx="2670175" cy="802004"/>
          </a:xfrm>
        </p:grpSpPr>
        <p:pic>
          <p:nvPicPr>
            <p:cNvPr id="862" name="picture 8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70175" cy="802004"/>
            </a:xfrm>
            <a:prstGeom prst="rect">
              <a:avLst/>
            </a:prstGeom>
          </p:spPr>
        </p:pic>
        <p:sp>
          <p:nvSpPr>
            <p:cNvPr id="864" name="textbox 864"/>
            <p:cNvSpPr/>
            <p:nvPr/>
          </p:nvSpPr>
          <p:spPr>
            <a:xfrm>
              <a:off x="-12700" y="-12700"/>
              <a:ext cx="2696210" cy="8274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16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28980" indent="-598169" algn="l" rtl="0" eaLnBrk="0">
                <a:lnSpc>
                  <a:spcPct val="86000"/>
                </a:lnSpc>
                <a:tabLst/>
              </a:pPr>
              <a:r>
                <a:rPr sz="2000" b="1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Various Pixel Pit</a:t>
              </a:r>
              <a:r>
                <a:rPr sz="2000" b="1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ch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000" b="1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Avaliable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rect 8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68" name="picture 8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7744" y="1493520"/>
            <a:ext cx="1217676" cy="640079"/>
          </a:xfrm>
          <a:prstGeom prst="rect">
            <a:avLst/>
          </a:prstGeom>
        </p:spPr>
      </p:pic>
      <p:pic>
        <p:nvPicPr>
          <p:cNvPr id="870" name="picture 8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26664" y="1493520"/>
            <a:ext cx="2037588" cy="640079"/>
          </a:xfrm>
          <a:prstGeom prst="rect">
            <a:avLst/>
          </a:prstGeom>
        </p:spPr>
      </p:pic>
      <p:pic>
        <p:nvPicPr>
          <p:cNvPr id="872" name="picture 8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55419" y="1493520"/>
            <a:ext cx="1571243" cy="640079"/>
          </a:xfrm>
          <a:prstGeom prst="rect">
            <a:avLst/>
          </a:prstGeom>
        </p:spPr>
      </p:pic>
      <p:pic>
        <p:nvPicPr>
          <p:cNvPr id="874" name="picture 8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65819" y="1493520"/>
            <a:ext cx="1467611" cy="640079"/>
          </a:xfrm>
          <a:prstGeom prst="rect">
            <a:avLst/>
          </a:prstGeom>
        </p:spPr>
      </p:pic>
      <p:pic>
        <p:nvPicPr>
          <p:cNvPr id="876" name="picture 8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64252" y="1493520"/>
            <a:ext cx="2020823" cy="640079"/>
          </a:xfrm>
          <a:prstGeom prst="rect">
            <a:avLst/>
          </a:prstGeom>
        </p:spPr>
      </p:pic>
      <p:pic>
        <p:nvPicPr>
          <p:cNvPr id="878" name="picture 8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085076" y="1493520"/>
            <a:ext cx="1380743" cy="640079"/>
          </a:xfrm>
          <a:prstGeom prst="rect">
            <a:avLst/>
          </a:prstGeom>
        </p:spPr>
      </p:pic>
      <p:pic>
        <p:nvPicPr>
          <p:cNvPr id="880" name="picture 8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33431" y="1493520"/>
            <a:ext cx="1999488" cy="640079"/>
          </a:xfrm>
          <a:prstGeom prst="rect">
            <a:avLst/>
          </a:prstGeom>
        </p:spPr>
      </p:pic>
      <p:graphicFrame>
        <p:nvGraphicFramePr>
          <p:cNvPr id="882" name="table 882"/>
          <p:cNvGraphicFramePr>
            <a:graphicFrameLocks noGrp="1"/>
          </p:cNvGraphicFramePr>
          <p:nvPr/>
        </p:nvGraphicFramePr>
        <p:xfrm>
          <a:off x="231775" y="1486534"/>
          <a:ext cx="11708129" cy="4314189"/>
        </p:xfrm>
        <a:graphic>
          <a:graphicData uri="http://schemas.openxmlformats.org/drawingml/2006/table">
            <a:tbl>
              <a:tblPr/>
              <a:tblGrid>
                <a:gridCol w="1223645"/>
                <a:gridCol w="1571625"/>
                <a:gridCol w="2036445"/>
                <a:gridCol w="2021839"/>
                <a:gridCol w="1379855"/>
                <a:gridCol w="1467485"/>
                <a:gridCol w="2007235"/>
              </a:tblGrid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35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44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19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6384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63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8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P3.076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104*52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3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P6.67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50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48*24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43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50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40*20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16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DIP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346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109" algn="l" rtl="0" eaLnBrk="0">
                        <a:lnSpc>
                          <a:spcPct val="7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1R1G1B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884" name="textbox 884"/>
          <p:cNvSpPr/>
          <p:nvPr/>
        </p:nvSpPr>
        <p:spPr>
          <a:xfrm>
            <a:off x="326633" y="620521"/>
            <a:ext cx="11072494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320x160mm Series Outdoor LED Display Modul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rect 8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88" name="picture 8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7744" y="2142744"/>
            <a:ext cx="1217676" cy="640079"/>
          </a:xfrm>
          <a:prstGeom prst="rect">
            <a:avLst/>
          </a:prstGeom>
        </p:spPr>
      </p:pic>
      <p:pic>
        <p:nvPicPr>
          <p:cNvPr id="890" name="picture 8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55419" y="2142744"/>
            <a:ext cx="1571243" cy="640079"/>
          </a:xfrm>
          <a:prstGeom prst="rect">
            <a:avLst/>
          </a:prstGeom>
        </p:spPr>
      </p:pic>
      <p:pic>
        <p:nvPicPr>
          <p:cNvPr id="892" name="picture 8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26664" y="2142744"/>
            <a:ext cx="2037588" cy="640079"/>
          </a:xfrm>
          <a:prstGeom prst="rect">
            <a:avLst/>
          </a:prstGeom>
        </p:spPr>
      </p:pic>
      <p:pic>
        <p:nvPicPr>
          <p:cNvPr id="894" name="picture 8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64252" y="2142744"/>
            <a:ext cx="2020823" cy="640079"/>
          </a:xfrm>
          <a:prstGeom prst="rect">
            <a:avLst/>
          </a:prstGeom>
        </p:spPr>
      </p:pic>
      <p:pic>
        <p:nvPicPr>
          <p:cNvPr id="896" name="picture 8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65819" y="2142744"/>
            <a:ext cx="1467611" cy="640079"/>
          </a:xfrm>
          <a:prstGeom prst="rect">
            <a:avLst/>
          </a:prstGeom>
        </p:spPr>
      </p:pic>
      <p:pic>
        <p:nvPicPr>
          <p:cNvPr id="898" name="picture 8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085076" y="2142744"/>
            <a:ext cx="1380743" cy="640079"/>
          </a:xfrm>
          <a:prstGeom prst="rect">
            <a:avLst/>
          </a:prstGeom>
        </p:spPr>
      </p:pic>
      <p:pic>
        <p:nvPicPr>
          <p:cNvPr id="900" name="picture 9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33431" y="2142744"/>
            <a:ext cx="1999488" cy="640079"/>
          </a:xfrm>
          <a:prstGeom prst="rect">
            <a:avLst/>
          </a:prstGeom>
        </p:spPr>
      </p:pic>
      <p:graphicFrame>
        <p:nvGraphicFramePr>
          <p:cNvPr id="902" name="table 902"/>
          <p:cNvGraphicFramePr>
            <a:graphicFrameLocks noGrp="1"/>
          </p:cNvGraphicFramePr>
          <p:nvPr/>
        </p:nvGraphicFramePr>
        <p:xfrm>
          <a:off x="231775" y="2136775"/>
          <a:ext cx="11707494" cy="2480944"/>
        </p:xfrm>
        <a:graphic>
          <a:graphicData uri="http://schemas.openxmlformats.org/drawingml/2006/table">
            <a:tbl>
              <a:tblPr/>
              <a:tblGrid>
                <a:gridCol w="1223645"/>
                <a:gridCol w="1571625"/>
                <a:gridCol w="2036445"/>
                <a:gridCol w="2021839"/>
                <a:gridCol w="1379219"/>
                <a:gridCol w="1467485"/>
                <a:gridCol w="2007235"/>
              </a:tblGrid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35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44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19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020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P6.67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50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48*24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50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40*20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904" name="textbox 904"/>
          <p:cNvSpPr/>
          <p:nvPr/>
        </p:nvSpPr>
        <p:spPr>
          <a:xfrm>
            <a:off x="326633" y="620521"/>
            <a:ext cx="11072494" cy="1016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3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indent="-24765" algn="l" rtl="0" eaLnBrk="0">
              <a:lnSpc>
                <a:spcPct val="82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320x160mm with Flexible Mask Serie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 Outdoor   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r>
              <a:rPr sz="4700" b="1" kern="0" spc="-1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LED 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rect 9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08" name="picture 9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55419" y="1493520"/>
            <a:ext cx="1571243" cy="640079"/>
          </a:xfrm>
          <a:prstGeom prst="rect">
            <a:avLst/>
          </a:prstGeom>
        </p:spPr>
      </p:pic>
      <p:pic>
        <p:nvPicPr>
          <p:cNvPr id="910" name="picture 9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26664" y="1493520"/>
            <a:ext cx="2037588" cy="640079"/>
          </a:xfrm>
          <a:prstGeom prst="rect">
            <a:avLst/>
          </a:prstGeom>
        </p:spPr>
      </p:pic>
      <p:pic>
        <p:nvPicPr>
          <p:cNvPr id="912" name="picture 9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7744" y="1493520"/>
            <a:ext cx="1217676" cy="640079"/>
          </a:xfrm>
          <a:prstGeom prst="rect">
            <a:avLst/>
          </a:prstGeom>
        </p:spPr>
      </p:pic>
      <p:pic>
        <p:nvPicPr>
          <p:cNvPr id="914" name="picture 9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65819" y="1493520"/>
            <a:ext cx="1467611" cy="640079"/>
          </a:xfrm>
          <a:prstGeom prst="rect">
            <a:avLst/>
          </a:prstGeom>
        </p:spPr>
      </p:pic>
      <p:pic>
        <p:nvPicPr>
          <p:cNvPr id="916" name="picture 9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064252" y="1493520"/>
            <a:ext cx="2020823" cy="640079"/>
          </a:xfrm>
          <a:prstGeom prst="rect">
            <a:avLst/>
          </a:prstGeom>
        </p:spPr>
      </p:pic>
      <p:pic>
        <p:nvPicPr>
          <p:cNvPr id="918" name="picture 9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085076" y="1493520"/>
            <a:ext cx="1380743" cy="640079"/>
          </a:xfrm>
          <a:prstGeom prst="rect">
            <a:avLst/>
          </a:prstGeom>
        </p:spPr>
      </p:pic>
      <p:pic>
        <p:nvPicPr>
          <p:cNvPr id="920" name="picture 9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33431" y="1493520"/>
            <a:ext cx="1999488" cy="640079"/>
          </a:xfrm>
          <a:prstGeom prst="rect">
            <a:avLst/>
          </a:prstGeom>
        </p:spPr>
      </p:pic>
      <p:graphicFrame>
        <p:nvGraphicFramePr>
          <p:cNvPr id="922" name="table 922"/>
          <p:cNvGraphicFramePr>
            <a:graphicFrameLocks noGrp="1"/>
          </p:cNvGraphicFramePr>
          <p:nvPr/>
        </p:nvGraphicFramePr>
        <p:xfrm>
          <a:off x="231775" y="1486534"/>
          <a:ext cx="11707494" cy="2517139"/>
        </p:xfrm>
        <a:graphic>
          <a:graphicData uri="http://schemas.openxmlformats.org/drawingml/2006/table">
            <a:tbl>
              <a:tblPr/>
              <a:tblGrid>
                <a:gridCol w="1223645"/>
                <a:gridCol w="1571625"/>
                <a:gridCol w="2036445"/>
                <a:gridCol w="2021839"/>
                <a:gridCol w="1379219"/>
                <a:gridCol w="1467485"/>
                <a:gridCol w="2007235"/>
              </a:tblGrid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35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44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19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020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88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P6.67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ct val="7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12*24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10*20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48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8*16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924" name="textbox 924"/>
          <p:cNvSpPr/>
          <p:nvPr/>
        </p:nvSpPr>
        <p:spPr>
          <a:xfrm>
            <a:off x="336402" y="620521"/>
            <a:ext cx="11062334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80x160mm Series Outdoor LED Display Module </a:t>
            </a: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rect 9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28" name="picture 9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8848" y="2090928"/>
            <a:ext cx="1171955" cy="640079"/>
          </a:xfrm>
          <a:prstGeom prst="rect">
            <a:avLst/>
          </a:prstGeom>
        </p:spPr>
      </p:pic>
      <p:pic>
        <p:nvPicPr>
          <p:cNvPr id="930" name="picture 9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60804" y="2090928"/>
            <a:ext cx="1606295" cy="640079"/>
          </a:xfrm>
          <a:prstGeom prst="rect">
            <a:avLst/>
          </a:prstGeom>
        </p:spPr>
      </p:pic>
      <p:pic>
        <p:nvPicPr>
          <p:cNvPr id="932" name="picture 9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10756" y="2090928"/>
            <a:ext cx="1213104" cy="640079"/>
          </a:xfrm>
          <a:prstGeom prst="rect">
            <a:avLst/>
          </a:prstGeom>
        </p:spPr>
      </p:pic>
      <p:pic>
        <p:nvPicPr>
          <p:cNvPr id="934" name="picture 9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86755" y="2090928"/>
            <a:ext cx="1524000" cy="640079"/>
          </a:xfrm>
          <a:prstGeom prst="rect">
            <a:avLst/>
          </a:prstGeom>
        </p:spPr>
      </p:pic>
      <p:pic>
        <p:nvPicPr>
          <p:cNvPr id="936" name="picture 9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67100" y="2090928"/>
            <a:ext cx="1819655" cy="640079"/>
          </a:xfrm>
          <a:prstGeom prst="rect">
            <a:avLst/>
          </a:prstGeom>
        </p:spPr>
      </p:pic>
      <p:pic>
        <p:nvPicPr>
          <p:cNvPr id="938" name="picture 9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521952" y="2090928"/>
            <a:ext cx="1955291" cy="640079"/>
          </a:xfrm>
          <a:prstGeom prst="rect">
            <a:avLst/>
          </a:prstGeom>
        </p:spPr>
      </p:pic>
      <p:pic>
        <p:nvPicPr>
          <p:cNvPr id="940" name="picture 9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23859" y="2090928"/>
            <a:ext cx="1498092" cy="640079"/>
          </a:xfrm>
          <a:prstGeom prst="rect">
            <a:avLst/>
          </a:prstGeom>
        </p:spPr>
      </p:pic>
      <p:graphicFrame>
        <p:nvGraphicFramePr>
          <p:cNvPr id="942" name="table 942"/>
          <p:cNvGraphicFramePr>
            <a:graphicFrameLocks noGrp="1"/>
          </p:cNvGraphicFramePr>
          <p:nvPr/>
        </p:nvGraphicFramePr>
        <p:xfrm>
          <a:off x="681990" y="2084705"/>
          <a:ext cx="10801350" cy="2760345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P2.97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84*84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35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indent="-168275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944" name="textbox 944"/>
          <p:cNvSpPr/>
          <p:nvPr/>
        </p:nvSpPr>
        <p:spPr>
          <a:xfrm>
            <a:off x="858617" y="620521"/>
            <a:ext cx="10540365" cy="1016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3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" indent="-20954" algn="l" rtl="0" eaLnBrk="0">
              <a:lnSpc>
                <a:spcPct val="82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250x250mm Cable Connection O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utdoor LED    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r>
              <a:rPr sz="4700" b="1" kern="0" spc="-1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rect 9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48" name="picture 9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67100" y="2090928"/>
            <a:ext cx="1819655" cy="640079"/>
          </a:xfrm>
          <a:prstGeom prst="rect">
            <a:avLst/>
          </a:prstGeom>
        </p:spPr>
      </p:pic>
      <p:pic>
        <p:nvPicPr>
          <p:cNvPr id="950" name="picture 9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60804" y="2090928"/>
            <a:ext cx="1606295" cy="640079"/>
          </a:xfrm>
          <a:prstGeom prst="rect">
            <a:avLst/>
          </a:prstGeom>
        </p:spPr>
      </p:pic>
      <p:pic>
        <p:nvPicPr>
          <p:cNvPr id="952" name="picture 9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8848" y="2090928"/>
            <a:ext cx="1171955" cy="640079"/>
          </a:xfrm>
          <a:prstGeom prst="rect">
            <a:avLst/>
          </a:prstGeom>
        </p:spPr>
      </p:pic>
      <p:pic>
        <p:nvPicPr>
          <p:cNvPr id="954" name="picture 9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10756" y="2090928"/>
            <a:ext cx="1213104" cy="640079"/>
          </a:xfrm>
          <a:prstGeom prst="rect">
            <a:avLst/>
          </a:prstGeom>
        </p:spPr>
      </p:pic>
      <p:pic>
        <p:nvPicPr>
          <p:cNvPr id="956" name="picture 9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755" y="2090928"/>
            <a:ext cx="1524000" cy="640079"/>
          </a:xfrm>
          <a:prstGeom prst="rect">
            <a:avLst/>
          </a:prstGeom>
        </p:spPr>
      </p:pic>
      <p:pic>
        <p:nvPicPr>
          <p:cNvPr id="958" name="picture 9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23859" y="2090928"/>
            <a:ext cx="1498092" cy="640079"/>
          </a:xfrm>
          <a:prstGeom prst="rect">
            <a:avLst/>
          </a:prstGeom>
        </p:spPr>
      </p:pic>
      <p:pic>
        <p:nvPicPr>
          <p:cNvPr id="960" name="picture 9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2090928"/>
            <a:ext cx="1955291" cy="640079"/>
          </a:xfrm>
          <a:prstGeom prst="rect">
            <a:avLst/>
          </a:prstGeom>
        </p:spPr>
      </p:pic>
      <p:graphicFrame>
        <p:nvGraphicFramePr>
          <p:cNvPr id="962" name="table 962"/>
          <p:cNvGraphicFramePr>
            <a:graphicFrameLocks noGrp="1"/>
          </p:cNvGraphicFramePr>
          <p:nvPr/>
        </p:nvGraphicFramePr>
        <p:xfrm>
          <a:off x="681990" y="2084705"/>
          <a:ext cx="10801350" cy="3263900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P2.97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84*84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35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5035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7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indent="-168275"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964" name="textbox 964"/>
          <p:cNvSpPr/>
          <p:nvPr/>
        </p:nvSpPr>
        <p:spPr>
          <a:xfrm>
            <a:off x="858617" y="620521"/>
            <a:ext cx="10540365" cy="1016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3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" indent="-20954" algn="l" rtl="0" eaLnBrk="0">
              <a:lnSpc>
                <a:spcPct val="82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250x250mm Hub Connection Outdoor LED   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r>
              <a:rPr sz="4700" b="1" kern="0" spc="1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rect 9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68" name="picture 9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67100" y="2090928"/>
            <a:ext cx="1819655" cy="640079"/>
          </a:xfrm>
          <a:prstGeom prst="rect">
            <a:avLst/>
          </a:prstGeom>
        </p:spPr>
      </p:pic>
      <p:pic>
        <p:nvPicPr>
          <p:cNvPr id="970" name="picture 9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8848" y="2090928"/>
            <a:ext cx="1171955" cy="640079"/>
          </a:xfrm>
          <a:prstGeom prst="rect">
            <a:avLst/>
          </a:prstGeom>
        </p:spPr>
      </p:pic>
      <p:pic>
        <p:nvPicPr>
          <p:cNvPr id="972" name="picture 9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60804" y="2090928"/>
            <a:ext cx="1606295" cy="640079"/>
          </a:xfrm>
          <a:prstGeom prst="rect">
            <a:avLst/>
          </a:prstGeom>
        </p:spPr>
      </p:pic>
      <p:pic>
        <p:nvPicPr>
          <p:cNvPr id="974" name="picture 9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10756" y="2090928"/>
            <a:ext cx="1213104" cy="640079"/>
          </a:xfrm>
          <a:prstGeom prst="rect">
            <a:avLst/>
          </a:prstGeom>
        </p:spPr>
      </p:pic>
      <p:pic>
        <p:nvPicPr>
          <p:cNvPr id="976" name="picture 9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23859" y="2090928"/>
            <a:ext cx="1498092" cy="640079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86755" y="2090928"/>
            <a:ext cx="1524000" cy="640079"/>
          </a:xfrm>
          <a:prstGeom prst="rect">
            <a:avLst/>
          </a:prstGeom>
        </p:spPr>
      </p:pic>
      <p:pic>
        <p:nvPicPr>
          <p:cNvPr id="980" name="picture 9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1952" y="2090928"/>
            <a:ext cx="1955291" cy="640079"/>
          </a:xfrm>
          <a:prstGeom prst="rect">
            <a:avLst/>
          </a:prstGeom>
        </p:spPr>
      </p:pic>
      <p:graphicFrame>
        <p:nvGraphicFramePr>
          <p:cNvPr id="982" name="table 982"/>
          <p:cNvGraphicFramePr>
            <a:graphicFrameLocks noGrp="1"/>
          </p:cNvGraphicFramePr>
          <p:nvPr/>
        </p:nvGraphicFramePr>
        <p:xfrm>
          <a:off x="681990" y="2084705"/>
          <a:ext cx="10801350" cy="2120264"/>
        </p:xfrm>
        <a:graphic>
          <a:graphicData uri="http://schemas.openxmlformats.org/drawingml/2006/table">
            <a:tbl>
              <a:tblPr/>
              <a:tblGrid>
                <a:gridCol w="1179194"/>
                <a:gridCol w="1604644"/>
                <a:gridCol w="1820545"/>
                <a:gridCol w="1524000"/>
                <a:gridCol w="1213485"/>
                <a:gridCol w="1497330"/>
                <a:gridCol w="1962150"/>
              </a:tblGrid>
              <a:tr h="645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875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23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2259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96*96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P2.97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84*84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509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P3.91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14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250*250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4800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984" name="textbox 984"/>
          <p:cNvSpPr/>
          <p:nvPr/>
        </p:nvSpPr>
        <p:spPr>
          <a:xfrm>
            <a:off x="858617" y="620521"/>
            <a:ext cx="10540365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250x250mm Hub Connection Flexible   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7300" baseline="-4281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0000"/>
              </a:lnSpc>
              <a:spcBef>
                <a:spcPts val="377"/>
              </a:spcBef>
              <a:tabLst/>
            </a:pP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Outdoor LED Disp</a:t>
            </a:r>
            <a:r>
              <a:rPr sz="32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rect 9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88" name="picture 9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44823" y="4622292"/>
            <a:ext cx="1819655" cy="640080"/>
          </a:xfrm>
          <a:prstGeom prst="rect">
            <a:avLst/>
          </a:prstGeom>
        </p:spPr>
      </p:pic>
      <p:pic>
        <p:nvPicPr>
          <p:cNvPr id="990" name="picture 9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6572" y="4622292"/>
            <a:ext cx="1173480" cy="640080"/>
          </a:xfrm>
          <a:prstGeom prst="rect">
            <a:avLst/>
          </a:prstGeom>
        </p:spPr>
      </p:pic>
      <p:pic>
        <p:nvPicPr>
          <p:cNvPr id="992" name="picture 9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40051" y="4622292"/>
            <a:ext cx="1604772" cy="640080"/>
          </a:xfrm>
          <a:prstGeom prst="rect">
            <a:avLst/>
          </a:prstGeom>
        </p:spPr>
      </p:pic>
      <p:pic>
        <p:nvPicPr>
          <p:cNvPr id="994" name="picture 9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88480" y="4622292"/>
            <a:ext cx="1214628" cy="640080"/>
          </a:xfrm>
          <a:prstGeom prst="rect">
            <a:avLst/>
          </a:prstGeom>
        </p:spPr>
      </p:pic>
      <p:pic>
        <p:nvPicPr>
          <p:cNvPr id="996" name="picture 9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03107" y="4622292"/>
            <a:ext cx="1496568" cy="640080"/>
          </a:xfrm>
          <a:prstGeom prst="rect">
            <a:avLst/>
          </a:prstGeom>
        </p:spPr>
      </p:pic>
      <p:pic>
        <p:nvPicPr>
          <p:cNvPr id="998" name="picture 9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64479" y="4622292"/>
            <a:ext cx="1524000" cy="640080"/>
          </a:xfrm>
          <a:prstGeom prst="rect">
            <a:avLst/>
          </a:prstGeom>
        </p:spPr>
      </p:pic>
      <p:pic>
        <p:nvPicPr>
          <p:cNvPr id="1000" name="picture 10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99676" y="4622292"/>
            <a:ext cx="1956816" cy="640080"/>
          </a:xfrm>
          <a:prstGeom prst="rect">
            <a:avLst/>
          </a:prstGeom>
        </p:spPr>
      </p:pic>
      <p:graphicFrame>
        <p:nvGraphicFramePr>
          <p:cNvPr id="1002" name="table 1002"/>
          <p:cNvGraphicFramePr>
            <a:graphicFrameLocks noGrp="1"/>
          </p:cNvGraphicFramePr>
          <p:nvPr/>
        </p:nvGraphicFramePr>
        <p:xfrm>
          <a:off x="760094" y="4615814"/>
          <a:ext cx="10801985" cy="2073910"/>
        </p:xfrm>
        <a:graphic>
          <a:graphicData uri="http://schemas.openxmlformats.org/drawingml/2006/table">
            <a:tbl>
              <a:tblPr/>
              <a:tblGrid>
                <a:gridCol w="1179195"/>
                <a:gridCol w="1605280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96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26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1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34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565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2727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26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34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26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2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21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pic>
        <p:nvPicPr>
          <p:cNvPr id="1004" name="picture 10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66572" y="1955291"/>
            <a:ext cx="1173480" cy="640079"/>
          </a:xfrm>
          <a:prstGeom prst="rect">
            <a:avLst/>
          </a:prstGeom>
        </p:spPr>
      </p:pic>
      <p:pic>
        <p:nvPicPr>
          <p:cNvPr id="1006" name="picture 100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940051" y="1955291"/>
            <a:ext cx="1604772" cy="640079"/>
          </a:xfrm>
          <a:prstGeom prst="rect">
            <a:avLst/>
          </a:prstGeom>
        </p:spPr>
      </p:pic>
      <p:pic>
        <p:nvPicPr>
          <p:cNvPr id="1008" name="picture 100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364479" y="1955291"/>
            <a:ext cx="1524000" cy="640079"/>
          </a:xfrm>
          <a:prstGeom prst="rect">
            <a:avLst/>
          </a:prstGeom>
        </p:spPr>
      </p:pic>
      <p:pic>
        <p:nvPicPr>
          <p:cNvPr id="1010" name="picture 10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888480" y="1955291"/>
            <a:ext cx="1214628" cy="640079"/>
          </a:xfrm>
          <a:prstGeom prst="rect">
            <a:avLst/>
          </a:prstGeom>
        </p:spPr>
      </p:pic>
      <p:pic>
        <p:nvPicPr>
          <p:cNvPr id="1012" name="picture 10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544823" y="1955291"/>
            <a:ext cx="1819655" cy="640079"/>
          </a:xfrm>
          <a:prstGeom prst="rect">
            <a:avLst/>
          </a:prstGeom>
        </p:spPr>
      </p:pic>
      <p:pic>
        <p:nvPicPr>
          <p:cNvPr id="1014" name="picture 10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599676" y="1955291"/>
            <a:ext cx="1956816" cy="640079"/>
          </a:xfrm>
          <a:prstGeom prst="rect">
            <a:avLst/>
          </a:prstGeom>
        </p:spPr>
      </p:pic>
      <p:pic>
        <p:nvPicPr>
          <p:cNvPr id="1016" name="picture 10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103107" y="1955291"/>
            <a:ext cx="1496568" cy="640079"/>
          </a:xfrm>
          <a:prstGeom prst="rect">
            <a:avLst/>
          </a:prstGeom>
        </p:spPr>
      </p:pic>
      <p:graphicFrame>
        <p:nvGraphicFramePr>
          <p:cNvPr id="1018" name="table 1018"/>
          <p:cNvGraphicFramePr>
            <a:graphicFrameLocks noGrp="1"/>
          </p:cNvGraphicFramePr>
          <p:nvPr/>
        </p:nvGraphicFramePr>
        <p:xfrm>
          <a:off x="760094" y="1948815"/>
          <a:ext cx="10801985" cy="1616709"/>
        </p:xfrm>
        <a:graphic>
          <a:graphicData uri="http://schemas.openxmlformats.org/drawingml/2006/table">
            <a:tbl>
              <a:tblPr/>
              <a:tblGrid>
                <a:gridCol w="1179195"/>
                <a:gridCol w="1605280"/>
                <a:gridCol w="1820545"/>
                <a:gridCol w="1524000"/>
                <a:gridCol w="1213485"/>
                <a:gridCol w="1497330"/>
                <a:gridCol w="1962150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129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99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96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P3.79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8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288*288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7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76*76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0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6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P4.8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85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288*288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1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60*60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9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09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3840-7680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64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1020" name="textbox 1020"/>
          <p:cNvSpPr/>
          <p:nvPr/>
        </p:nvSpPr>
        <p:spPr>
          <a:xfrm>
            <a:off x="858617" y="620521"/>
            <a:ext cx="10540365" cy="1016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3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" indent="-20954" algn="l" rtl="0" eaLnBrk="0">
              <a:lnSpc>
                <a:spcPct val="82000"/>
              </a:lnSpc>
              <a:tabLst/>
            </a:pPr>
            <a:r>
              <a:rPr sz="3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288x288mm Hub Connection Outdoor LED          </a:t>
            </a:r>
            <a:r>
              <a:rPr sz="7300" b="1" kern="0" spc="-2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r>
              <a:rPr sz="4700" b="1" kern="0" spc="10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200" b="1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Display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2" name="textbox 1022"/>
          <p:cNvSpPr/>
          <p:nvPr/>
        </p:nvSpPr>
        <p:spPr>
          <a:xfrm>
            <a:off x="876933" y="3842154"/>
            <a:ext cx="9378315" cy="426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192x192mm Series Outdoor LED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Screen Panel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rect 10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26" name="picture 1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7744" y="1493520"/>
            <a:ext cx="1217676" cy="640079"/>
          </a:xfrm>
          <a:prstGeom prst="rect">
            <a:avLst/>
          </a:prstGeom>
        </p:spPr>
      </p:pic>
      <p:pic>
        <p:nvPicPr>
          <p:cNvPr id="1028" name="picture 10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26664" y="1493520"/>
            <a:ext cx="2037588" cy="640079"/>
          </a:xfrm>
          <a:prstGeom prst="rect">
            <a:avLst/>
          </a:prstGeom>
        </p:spPr>
      </p:pic>
      <p:pic>
        <p:nvPicPr>
          <p:cNvPr id="1030" name="picture 10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55419" y="1493520"/>
            <a:ext cx="1571243" cy="640079"/>
          </a:xfrm>
          <a:prstGeom prst="rect">
            <a:avLst/>
          </a:prstGeom>
        </p:spPr>
      </p:pic>
      <p:pic>
        <p:nvPicPr>
          <p:cNvPr id="1032" name="picture 10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064252" y="1493520"/>
            <a:ext cx="2020823" cy="640079"/>
          </a:xfrm>
          <a:prstGeom prst="rect">
            <a:avLst/>
          </a:prstGeom>
        </p:spPr>
      </p:pic>
      <p:pic>
        <p:nvPicPr>
          <p:cNvPr id="1034" name="picture 10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85076" y="1493520"/>
            <a:ext cx="1380743" cy="640079"/>
          </a:xfrm>
          <a:prstGeom prst="rect">
            <a:avLst/>
          </a:prstGeom>
        </p:spPr>
      </p:pic>
      <p:pic>
        <p:nvPicPr>
          <p:cNvPr id="1036" name="picture 10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65819" y="1493520"/>
            <a:ext cx="1467611" cy="640079"/>
          </a:xfrm>
          <a:prstGeom prst="rect">
            <a:avLst/>
          </a:prstGeom>
        </p:spPr>
      </p:pic>
      <p:pic>
        <p:nvPicPr>
          <p:cNvPr id="1038" name="picture 10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33431" y="1493520"/>
            <a:ext cx="1999488" cy="640079"/>
          </a:xfrm>
          <a:prstGeom prst="rect">
            <a:avLst/>
          </a:prstGeom>
        </p:spPr>
      </p:pic>
      <p:graphicFrame>
        <p:nvGraphicFramePr>
          <p:cNvPr id="1040" name="table 1040"/>
          <p:cNvGraphicFramePr>
            <a:graphicFrameLocks noGrp="1"/>
          </p:cNvGraphicFramePr>
          <p:nvPr/>
        </p:nvGraphicFramePr>
        <p:xfrm>
          <a:off x="231775" y="1486534"/>
          <a:ext cx="11707494" cy="3101975"/>
        </p:xfrm>
        <a:graphic>
          <a:graphicData uri="http://schemas.openxmlformats.org/drawingml/2006/table">
            <a:tbl>
              <a:tblPr/>
              <a:tblGrid>
                <a:gridCol w="1223645"/>
                <a:gridCol w="1571625"/>
                <a:gridCol w="2036445"/>
                <a:gridCol w="2021839"/>
                <a:gridCol w="1379219"/>
                <a:gridCol w="1467485"/>
                <a:gridCol w="2007235"/>
              </a:tblGrid>
              <a:tr h="6464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35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44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19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020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8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72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401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256*128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16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DIP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346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109" algn="l" rtl="0" eaLnBrk="0">
                        <a:lnSpc>
                          <a:spcPct val="7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1R1G1B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72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16*16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5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164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DIP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346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109" algn="l" rtl="0" eaLnBrk="0">
                        <a:lnSpc>
                          <a:spcPct val="7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1R1G1B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880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256*256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16*16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80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</a:tbl>
          </a:graphicData>
        </a:graphic>
      </p:graphicFrame>
      <p:sp>
        <p:nvSpPr>
          <p:cNvPr id="1042" name="textbox 1042"/>
          <p:cNvSpPr/>
          <p:nvPr/>
        </p:nvSpPr>
        <p:spPr>
          <a:xfrm>
            <a:off x="338030" y="620521"/>
            <a:ext cx="11061065" cy="523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Other Series Outdoor LED Screen</a:t>
            </a:r>
            <a:r>
              <a:rPr sz="3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Module                </a:t>
            </a:r>
            <a:r>
              <a:rPr sz="7300" b="1" kern="0" spc="-1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7300" baseline="-4281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 10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46" name="picture 10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064252" y="1734311"/>
            <a:ext cx="2020823" cy="640079"/>
          </a:xfrm>
          <a:prstGeom prst="rect">
            <a:avLst/>
          </a:prstGeom>
        </p:spPr>
      </p:pic>
      <p:pic>
        <p:nvPicPr>
          <p:cNvPr id="1048" name="picture 10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7744" y="1734311"/>
            <a:ext cx="1217676" cy="640079"/>
          </a:xfrm>
          <a:prstGeom prst="rect">
            <a:avLst/>
          </a:prstGeom>
        </p:spPr>
      </p:pic>
      <p:pic>
        <p:nvPicPr>
          <p:cNvPr id="1050" name="picture 10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455419" y="1734311"/>
            <a:ext cx="1571243" cy="640079"/>
          </a:xfrm>
          <a:prstGeom prst="rect">
            <a:avLst/>
          </a:prstGeom>
        </p:spPr>
      </p:pic>
      <p:pic>
        <p:nvPicPr>
          <p:cNvPr id="1052" name="picture 10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26664" y="1734311"/>
            <a:ext cx="2037588" cy="640079"/>
          </a:xfrm>
          <a:prstGeom prst="rect">
            <a:avLst/>
          </a:prstGeom>
        </p:spPr>
      </p:pic>
      <p:pic>
        <p:nvPicPr>
          <p:cNvPr id="1054" name="picture 10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85076" y="1734311"/>
            <a:ext cx="1380743" cy="640079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65819" y="1734311"/>
            <a:ext cx="1467611" cy="640079"/>
          </a:xfrm>
          <a:prstGeom prst="rect">
            <a:avLst/>
          </a:prstGeom>
        </p:spPr>
      </p:pic>
      <p:pic>
        <p:nvPicPr>
          <p:cNvPr id="1058" name="picture 10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33431" y="1734311"/>
            <a:ext cx="1999488" cy="640079"/>
          </a:xfrm>
          <a:prstGeom prst="rect">
            <a:avLst/>
          </a:prstGeom>
        </p:spPr>
      </p:pic>
      <p:graphicFrame>
        <p:nvGraphicFramePr>
          <p:cNvPr id="1060" name="table 1060"/>
          <p:cNvGraphicFramePr>
            <a:graphicFrameLocks noGrp="1"/>
          </p:cNvGraphicFramePr>
          <p:nvPr/>
        </p:nvGraphicFramePr>
        <p:xfrm>
          <a:off x="231775" y="1727200"/>
          <a:ext cx="11707494" cy="5047614"/>
        </p:xfrm>
        <a:graphic>
          <a:graphicData uri="http://schemas.openxmlformats.org/drawingml/2006/table">
            <a:tbl>
              <a:tblPr/>
              <a:tblGrid>
                <a:gridCol w="1223645"/>
                <a:gridCol w="1571625"/>
                <a:gridCol w="2036445"/>
                <a:gridCol w="2021839"/>
                <a:gridCol w="1379219"/>
                <a:gridCol w="1467485"/>
                <a:gridCol w="2007235"/>
              </a:tblGrid>
              <a:tr h="646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035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447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LED Type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379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 Size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190" algn="l" rtl="0" eaLnBrk="0">
                        <a:lnSpc>
                          <a:spcPct val="96000"/>
                        </a:lnSpc>
                        <a:spcBef>
                          <a:spcPts val="415"/>
                        </a:spcBef>
                        <a:tabLst/>
                      </a:pP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5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744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880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Driving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ct val="74000"/>
                        </a:lnSpc>
                        <a:spcBef>
                          <a:spcPts val="469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020" indent="38100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Refresh</a:t>
                      </a:r>
                      <a:r>
                        <a:rPr sz="1700" b="1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</a:t>
                      </a:r>
                      <a:r>
                        <a:rPr sz="1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Hz</a:t>
                      </a:r>
                      <a:r>
                        <a:rPr sz="1700" b="1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ts val="2575"/>
                        </a:lnSpc>
                        <a:tabLst/>
                      </a:pPr>
                      <a:r>
                        <a:rPr sz="17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Brightness(N</a:t>
                      </a:r>
                      <a:r>
                        <a:rPr sz="17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its)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8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P2.5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128*64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P3.076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7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104*52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3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64*32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P6.67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50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48*24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50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40*20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32*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7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881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20*40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</a:t>
                      </a:r>
                      <a:r>
                        <a:rPr sz="17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1921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16*32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P6.67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12*24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P8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10*20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F5"/>
                    </a:solidFill>
                  </a:tcPr>
                </a:tc>
              </a:tr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765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SMD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3535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484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80*160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48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8*16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56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95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3840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5500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A"/>
                    </a:solidFill>
                  </a:tcPr>
                </a:tc>
              </a:tr>
            </a:tbl>
          </a:graphicData>
        </a:graphic>
      </p:graphicFrame>
      <p:sp>
        <p:nvSpPr>
          <p:cNvPr id="1062" name="textbox 1062"/>
          <p:cNvSpPr/>
          <p:nvPr/>
        </p:nvSpPr>
        <p:spPr>
          <a:xfrm>
            <a:off x="326633" y="620521"/>
            <a:ext cx="11072494" cy="1010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3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9000"/>
              </a:lnSpc>
              <a:tabLst/>
            </a:pPr>
            <a:r>
              <a:rPr sz="32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320×160/8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0x160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Energy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saving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2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Series</a:t>
            </a:r>
            <a:r>
              <a:rPr sz="32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7300" b="1" kern="0" spc="30" baseline="-4281" dirty="0">
                <a:solidFill>
                  <a:srgbClr val="A4FF02">
                    <a:alpha val="100000"/>
                  </a:srgbClr>
                </a:solidFill>
                <a:latin typeface="Arial"/>
                <a:ea typeface="Arial"/>
                <a:cs typeface="Arial"/>
              </a:rPr>
              <a:t>06</a:t>
            </a:r>
            <a:endParaRPr sz="7300" baseline="-4281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0000"/>
              </a:lnSpc>
              <a:spcBef>
                <a:spcPts val="360"/>
              </a:spcBef>
              <a:tabLst/>
            </a:pPr>
            <a:r>
              <a:rPr sz="32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Outdoor LED Disp</a:t>
            </a:r>
            <a:r>
              <a:rPr sz="3200" b="1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lay Module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 10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66" name="picture 10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0506" y="1026795"/>
            <a:ext cx="11241492" cy="5823585"/>
          </a:xfrm>
          <a:prstGeom prst="rect">
            <a:avLst/>
          </a:prstGeom>
        </p:spPr>
      </p:pic>
      <p:pic>
        <p:nvPicPr>
          <p:cNvPr id="1068" name="picture 10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966460"/>
            <a:ext cx="12192000" cy="891539"/>
          </a:xfrm>
          <a:prstGeom prst="rect">
            <a:avLst/>
          </a:prstGeom>
        </p:spPr>
      </p:pic>
      <p:sp>
        <p:nvSpPr>
          <p:cNvPr id="1070" name="textbox 1070"/>
          <p:cNvSpPr/>
          <p:nvPr/>
        </p:nvSpPr>
        <p:spPr>
          <a:xfrm>
            <a:off x="958575" y="531805"/>
            <a:ext cx="10180319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5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>
                <a:tab pos="10166984" algn="l"/>
              </a:tabLst>
            </a:pPr>
            <a:r>
              <a:rPr sz="4100" kern="0" spc="-10" dirty="0">
                <a:solidFill>
                  <a:srgbClr val="D9D9D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ANTIX</a:t>
            </a:r>
            <a:r>
              <a:rPr sz="4100" kern="0" spc="-300" dirty="0">
                <a:solidFill>
                  <a:srgbClr val="D9D9D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100" strike="sngStrike" kern="0" spc="0" dirty="0">
                <a:solidFill>
                  <a:srgbClr val="D9D9D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endParaRPr sz="41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2025-12-29T16:23:56Z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2026-02-25T14:54:29</vt:filetime>
  </property>
</Properties>
</file>